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83" r:id="rId22"/>
    <p:sldId id="284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BFCB"/>
    <a:srgbClr val="C1ECFF"/>
    <a:srgbClr val="7CB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F89A00-7881-6343-8A27-DE8F10123120}" v="23" dt="2025-12-05T10:45:06.6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70" autoAdjust="0"/>
    <p:restoredTop sz="94598"/>
  </p:normalViewPr>
  <p:slideViewPr>
    <p:cSldViewPr snapToGrid="0">
      <p:cViewPr varScale="1">
        <p:scale>
          <a:sx n="119" d="100"/>
          <a:sy n="119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90BAB1-E8C3-43F9-B88D-229A3841194E}" type="doc">
      <dgm:prSet loTypeId="urn:microsoft.com/office/officeart/2005/8/layout/vProcess5" loCatId="process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067ECE62-D8F6-4CA2-810B-A479144CFBA7}">
      <dgm:prSet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en-US" dirty="0"/>
            <a:t>Model Used: </a:t>
          </a:r>
          <a:r>
            <a:rPr lang="en-US" dirty="0" err="1"/>
            <a:t>XGBoost</a:t>
          </a:r>
          <a:r>
            <a:rPr lang="en-US" dirty="0"/>
            <a:t>, selected for its strong performance on structured fraud data</a:t>
          </a:r>
        </a:p>
      </dgm:t>
    </dgm:pt>
    <dgm:pt modelId="{76A31DA9-D7ED-478C-AD5F-4AA483A2953E}" type="parTrans" cxnId="{CF785E3A-43AD-4D21-BA4C-F57F5A30A976}">
      <dgm:prSet/>
      <dgm:spPr/>
      <dgm:t>
        <a:bodyPr/>
        <a:lstStyle/>
        <a:p>
          <a:endParaRPr lang="en-US"/>
        </a:p>
      </dgm:t>
    </dgm:pt>
    <dgm:pt modelId="{8BA65728-4AFC-4E6D-935F-D4D0429FB79E}" type="sibTrans" cxnId="{CF785E3A-43AD-4D21-BA4C-F57F5A30A976}">
      <dgm:prSet/>
      <dgm:spPr/>
      <dgm:t>
        <a:bodyPr/>
        <a:lstStyle/>
        <a:p>
          <a:endParaRPr lang="en-US"/>
        </a:p>
      </dgm:t>
    </dgm:pt>
    <dgm:pt modelId="{B5F272DF-ACD3-4526-93C6-9D2ACF6934EF}">
      <dgm:prSet/>
      <dgm:spPr>
        <a:solidFill>
          <a:schemeClr val="tx2">
            <a:lumMod val="75000"/>
            <a:lumOff val="25000"/>
          </a:schemeClr>
        </a:solidFill>
        <a:ln>
          <a:solidFill>
            <a:schemeClr val="tx2">
              <a:lumMod val="75000"/>
              <a:lumOff val="25000"/>
            </a:schemeClr>
          </a:solidFill>
        </a:ln>
      </dgm:spPr>
      <dgm:t>
        <a:bodyPr/>
        <a:lstStyle/>
        <a:p>
          <a:r>
            <a:rPr lang="en-US" sz="2200" u="sng" dirty="0"/>
            <a:t>Performance Summary</a:t>
          </a:r>
        </a:p>
      </dgm:t>
    </dgm:pt>
    <dgm:pt modelId="{A8AFF330-EE55-4F0B-BBD6-20652024CF2E}" type="parTrans" cxnId="{7B50A51B-B8B2-4B89-8219-67BCDAD14EB3}">
      <dgm:prSet/>
      <dgm:spPr/>
      <dgm:t>
        <a:bodyPr/>
        <a:lstStyle/>
        <a:p>
          <a:endParaRPr lang="en-US"/>
        </a:p>
      </dgm:t>
    </dgm:pt>
    <dgm:pt modelId="{D4F09EED-76CA-41D2-9418-5B5307E40027}" type="sibTrans" cxnId="{7B50A51B-B8B2-4B89-8219-67BCDAD14EB3}">
      <dgm:prSet/>
      <dgm:spPr/>
      <dgm:t>
        <a:bodyPr/>
        <a:lstStyle/>
        <a:p>
          <a:endParaRPr lang="en-US"/>
        </a:p>
      </dgm:t>
    </dgm:pt>
    <dgm:pt modelId="{B54E1425-5C22-44ED-B5B2-D3F9F05310F3}">
      <dgm:prSet custT="1"/>
      <dgm:spPr>
        <a:solidFill>
          <a:schemeClr val="tx2">
            <a:lumMod val="75000"/>
            <a:lumOff val="25000"/>
          </a:schemeClr>
        </a:solidFill>
        <a:ln>
          <a:solidFill>
            <a:schemeClr val="tx2">
              <a:lumMod val="75000"/>
              <a:lumOff val="25000"/>
            </a:schemeClr>
          </a:solidFill>
        </a:ln>
      </dgm:spPr>
      <dgm:t>
        <a:bodyPr/>
        <a:lstStyle/>
        <a:p>
          <a:r>
            <a:rPr lang="en-US" sz="1800" b="1" dirty="0"/>
            <a:t>Zero False Positives</a:t>
          </a:r>
          <a:r>
            <a:rPr lang="en-US" sz="1800" dirty="0"/>
            <a:t>: No legitimate customers were incorrectly flagged</a:t>
          </a:r>
        </a:p>
      </dgm:t>
    </dgm:pt>
    <dgm:pt modelId="{C61D5AFC-6F02-4AD2-8335-91085CFA4577}" type="parTrans" cxnId="{B3F9F737-E5D6-40EC-8C7C-18EBBC8F0469}">
      <dgm:prSet/>
      <dgm:spPr/>
      <dgm:t>
        <a:bodyPr/>
        <a:lstStyle/>
        <a:p>
          <a:endParaRPr lang="en-US"/>
        </a:p>
      </dgm:t>
    </dgm:pt>
    <dgm:pt modelId="{98BEB591-DE54-4ACD-A1EA-CD17C40C2943}" type="sibTrans" cxnId="{B3F9F737-E5D6-40EC-8C7C-18EBBC8F0469}">
      <dgm:prSet/>
      <dgm:spPr/>
      <dgm:t>
        <a:bodyPr/>
        <a:lstStyle/>
        <a:p>
          <a:endParaRPr lang="en-US"/>
        </a:p>
      </dgm:t>
    </dgm:pt>
    <dgm:pt modelId="{EDDE0C1E-93FD-4CC1-AEA6-2F95E48DEBF0}">
      <dgm:prSet custT="1"/>
      <dgm:spPr>
        <a:solidFill>
          <a:schemeClr val="tx2">
            <a:lumMod val="75000"/>
            <a:lumOff val="25000"/>
          </a:schemeClr>
        </a:solidFill>
        <a:ln>
          <a:solidFill>
            <a:schemeClr val="tx2">
              <a:lumMod val="75000"/>
              <a:lumOff val="25000"/>
            </a:schemeClr>
          </a:solidFill>
        </a:ln>
      </dgm:spPr>
      <dgm:t>
        <a:bodyPr/>
        <a:lstStyle/>
        <a:p>
          <a:r>
            <a:rPr lang="en-US" sz="1800" dirty="0"/>
            <a:t>Model caught </a:t>
          </a:r>
          <a:r>
            <a:rPr lang="en-US" sz="1800" b="1" dirty="0"/>
            <a:t>99.97% </a:t>
          </a:r>
          <a:r>
            <a:rPr lang="en-US" sz="1800" dirty="0"/>
            <a:t>of all fraud cases</a:t>
          </a:r>
        </a:p>
      </dgm:t>
    </dgm:pt>
    <dgm:pt modelId="{0A1A7B65-2ADD-4067-BDC3-2CED82F85977}" type="parTrans" cxnId="{652BFE9F-D937-4CF1-8053-8B4C6AB89363}">
      <dgm:prSet/>
      <dgm:spPr/>
      <dgm:t>
        <a:bodyPr/>
        <a:lstStyle/>
        <a:p>
          <a:endParaRPr lang="en-US"/>
        </a:p>
      </dgm:t>
    </dgm:pt>
    <dgm:pt modelId="{F5E82A8E-5A30-4A1D-A750-F9FAC5368973}" type="sibTrans" cxnId="{652BFE9F-D937-4CF1-8053-8B4C6AB89363}">
      <dgm:prSet/>
      <dgm:spPr/>
      <dgm:t>
        <a:bodyPr/>
        <a:lstStyle/>
        <a:p>
          <a:endParaRPr lang="en-US"/>
        </a:p>
      </dgm:t>
    </dgm:pt>
    <dgm:pt modelId="{ECA9B0FB-6053-4B6E-9EDC-F80DAEC8D206}">
      <dgm:prSet/>
      <dgm:spPr>
        <a:solidFill>
          <a:schemeClr val="tx2">
            <a:lumMod val="90000"/>
            <a:lumOff val="10000"/>
          </a:schemeClr>
        </a:solidFill>
        <a:ln>
          <a:solidFill>
            <a:schemeClr val="tx2">
              <a:lumMod val="90000"/>
              <a:lumOff val="10000"/>
            </a:schemeClr>
          </a:solidFill>
        </a:ln>
      </dgm:spPr>
      <dgm:t>
        <a:bodyPr/>
        <a:lstStyle/>
        <a:p>
          <a:r>
            <a:rPr lang="en-US" dirty="0"/>
            <a:t>The model dramatically reduces customer friction while greatly improving fraud detection accuracy</a:t>
          </a:r>
        </a:p>
      </dgm:t>
    </dgm:pt>
    <dgm:pt modelId="{03ED6EA2-4717-4121-81E0-F202AEA5FD52}" type="parTrans" cxnId="{CADA9A22-EE48-4B9F-9FE7-12587BD28F8C}">
      <dgm:prSet/>
      <dgm:spPr/>
      <dgm:t>
        <a:bodyPr/>
        <a:lstStyle/>
        <a:p>
          <a:endParaRPr lang="en-US"/>
        </a:p>
      </dgm:t>
    </dgm:pt>
    <dgm:pt modelId="{23B4C40A-544A-4194-86C7-B47C365620F5}" type="sibTrans" cxnId="{CADA9A22-EE48-4B9F-9FE7-12587BD28F8C}">
      <dgm:prSet/>
      <dgm:spPr/>
      <dgm:t>
        <a:bodyPr/>
        <a:lstStyle/>
        <a:p>
          <a:endParaRPr lang="en-US"/>
        </a:p>
      </dgm:t>
    </dgm:pt>
    <dgm:pt modelId="{94559F32-BFBC-B74C-820A-FD218F2AAACA}" type="pres">
      <dgm:prSet presAssocID="{4F90BAB1-E8C3-43F9-B88D-229A3841194E}" presName="outerComposite" presStyleCnt="0">
        <dgm:presLayoutVars>
          <dgm:chMax val="5"/>
          <dgm:dir/>
          <dgm:resizeHandles val="exact"/>
        </dgm:presLayoutVars>
      </dgm:prSet>
      <dgm:spPr/>
    </dgm:pt>
    <dgm:pt modelId="{0279631D-94CE-A342-9E74-855C13E9CC92}" type="pres">
      <dgm:prSet presAssocID="{4F90BAB1-E8C3-43F9-B88D-229A3841194E}" presName="dummyMaxCanvas" presStyleCnt="0">
        <dgm:presLayoutVars/>
      </dgm:prSet>
      <dgm:spPr/>
    </dgm:pt>
    <dgm:pt modelId="{B195D11B-3CE4-8849-B3D7-E3BACC0CC582}" type="pres">
      <dgm:prSet presAssocID="{4F90BAB1-E8C3-43F9-B88D-229A3841194E}" presName="ThreeNodes_1" presStyleLbl="node1" presStyleIdx="0" presStyleCnt="3">
        <dgm:presLayoutVars>
          <dgm:bulletEnabled val="1"/>
        </dgm:presLayoutVars>
      </dgm:prSet>
      <dgm:spPr/>
    </dgm:pt>
    <dgm:pt modelId="{26041B0E-6614-D546-9128-4BB4283F0920}" type="pres">
      <dgm:prSet presAssocID="{4F90BAB1-E8C3-43F9-B88D-229A3841194E}" presName="ThreeNodes_2" presStyleLbl="node1" presStyleIdx="1" presStyleCnt="3">
        <dgm:presLayoutVars>
          <dgm:bulletEnabled val="1"/>
        </dgm:presLayoutVars>
      </dgm:prSet>
      <dgm:spPr/>
    </dgm:pt>
    <dgm:pt modelId="{BC44F947-3804-9D4C-841A-4129F7320AEE}" type="pres">
      <dgm:prSet presAssocID="{4F90BAB1-E8C3-43F9-B88D-229A3841194E}" presName="ThreeNodes_3" presStyleLbl="node1" presStyleIdx="2" presStyleCnt="3">
        <dgm:presLayoutVars>
          <dgm:bulletEnabled val="1"/>
        </dgm:presLayoutVars>
      </dgm:prSet>
      <dgm:spPr/>
    </dgm:pt>
    <dgm:pt modelId="{FC34611D-8E8D-0F4A-A78A-CA10FB7A5077}" type="pres">
      <dgm:prSet presAssocID="{4F90BAB1-E8C3-43F9-B88D-229A3841194E}" presName="ThreeConn_1-2" presStyleLbl="fgAccFollowNode1" presStyleIdx="0" presStyleCnt="2">
        <dgm:presLayoutVars>
          <dgm:bulletEnabled val="1"/>
        </dgm:presLayoutVars>
      </dgm:prSet>
      <dgm:spPr/>
    </dgm:pt>
    <dgm:pt modelId="{58DDF600-DB3A-C649-AB95-AE7CD503FE05}" type="pres">
      <dgm:prSet presAssocID="{4F90BAB1-E8C3-43F9-B88D-229A3841194E}" presName="ThreeConn_2-3" presStyleLbl="fgAccFollowNode1" presStyleIdx="1" presStyleCnt="2">
        <dgm:presLayoutVars>
          <dgm:bulletEnabled val="1"/>
        </dgm:presLayoutVars>
      </dgm:prSet>
      <dgm:spPr/>
    </dgm:pt>
    <dgm:pt modelId="{F0651C47-FE0B-F145-A4A7-27FB169DDD02}" type="pres">
      <dgm:prSet presAssocID="{4F90BAB1-E8C3-43F9-B88D-229A3841194E}" presName="ThreeNodes_1_text" presStyleLbl="node1" presStyleIdx="2" presStyleCnt="3">
        <dgm:presLayoutVars>
          <dgm:bulletEnabled val="1"/>
        </dgm:presLayoutVars>
      </dgm:prSet>
      <dgm:spPr/>
    </dgm:pt>
    <dgm:pt modelId="{B583C50D-3A88-FD42-BC6A-BEF3DB1E8512}" type="pres">
      <dgm:prSet presAssocID="{4F90BAB1-E8C3-43F9-B88D-229A3841194E}" presName="ThreeNodes_2_text" presStyleLbl="node1" presStyleIdx="2" presStyleCnt="3">
        <dgm:presLayoutVars>
          <dgm:bulletEnabled val="1"/>
        </dgm:presLayoutVars>
      </dgm:prSet>
      <dgm:spPr/>
    </dgm:pt>
    <dgm:pt modelId="{9B39EE89-8694-6641-9296-9EE64021A45D}" type="pres">
      <dgm:prSet presAssocID="{4F90BAB1-E8C3-43F9-B88D-229A3841194E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DCBC1113-7C3B-BE4D-84A0-1BF21057F4CE}" type="presOf" srcId="{B5F272DF-ACD3-4526-93C6-9D2ACF6934EF}" destId="{B583C50D-3A88-FD42-BC6A-BEF3DB1E8512}" srcOrd="1" destOrd="0" presId="urn:microsoft.com/office/officeart/2005/8/layout/vProcess5"/>
    <dgm:cxn modelId="{A3AEBC17-4943-DA4F-984A-441701B1AAEF}" type="presOf" srcId="{B54E1425-5C22-44ED-B5B2-D3F9F05310F3}" destId="{26041B0E-6614-D546-9128-4BB4283F0920}" srcOrd="0" destOrd="1" presId="urn:microsoft.com/office/officeart/2005/8/layout/vProcess5"/>
    <dgm:cxn modelId="{7B50A51B-B8B2-4B89-8219-67BCDAD14EB3}" srcId="{4F90BAB1-E8C3-43F9-B88D-229A3841194E}" destId="{B5F272DF-ACD3-4526-93C6-9D2ACF6934EF}" srcOrd="1" destOrd="0" parTransId="{A8AFF330-EE55-4F0B-BBD6-20652024CF2E}" sibTransId="{D4F09EED-76CA-41D2-9418-5B5307E40027}"/>
    <dgm:cxn modelId="{CADA9A22-EE48-4B9F-9FE7-12587BD28F8C}" srcId="{4F90BAB1-E8C3-43F9-B88D-229A3841194E}" destId="{ECA9B0FB-6053-4B6E-9EDC-F80DAEC8D206}" srcOrd="2" destOrd="0" parTransId="{03ED6EA2-4717-4121-81E0-F202AEA5FD52}" sibTransId="{23B4C40A-544A-4194-86C7-B47C365620F5}"/>
    <dgm:cxn modelId="{14686E28-C256-1B4F-8401-F4619D03B821}" type="presOf" srcId="{D4F09EED-76CA-41D2-9418-5B5307E40027}" destId="{58DDF600-DB3A-C649-AB95-AE7CD503FE05}" srcOrd="0" destOrd="0" presId="urn:microsoft.com/office/officeart/2005/8/layout/vProcess5"/>
    <dgm:cxn modelId="{B3F9F737-E5D6-40EC-8C7C-18EBBC8F0469}" srcId="{B5F272DF-ACD3-4526-93C6-9D2ACF6934EF}" destId="{B54E1425-5C22-44ED-B5B2-D3F9F05310F3}" srcOrd="0" destOrd="0" parTransId="{C61D5AFC-6F02-4AD2-8335-91085CFA4577}" sibTransId="{98BEB591-DE54-4ACD-A1EA-CD17C40C2943}"/>
    <dgm:cxn modelId="{CF785E3A-43AD-4D21-BA4C-F57F5A30A976}" srcId="{4F90BAB1-E8C3-43F9-B88D-229A3841194E}" destId="{067ECE62-D8F6-4CA2-810B-A479144CFBA7}" srcOrd="0" destOrd="0" parTransId="{76A31DA9-D7ED-478C-AD5F-4AA483A2953E}" sibTransId="{8BA65728-4AFC-4E6D-935F-D4D0429FB79E}"/>
    <dgm:cxn modelId="{E91B0C57-08BE-0A4F-8494-5D7E29C75216}" type="presOf" srcId="{EDDE0C1E-93FD-4CC1-AEA6-2F95E48DEBF0}" destId="{B583C50D-3A88-FD42-BC6A-BEF3DB1E8512}" srcOrd="1" destOrd="2" presId="urn:microsoft.com/office/officeart/2005/8/layout/vProcess5"/>
    <dgm:cxn modelId="{2EC8D757-0B54-FB43-B9AC-B442391BA67F}" type="presOf" srcId="{B5F272DF-ACD3-4526-93C6-9D2ACF6934EF}" destId="{26041B0E-6614-D546-9128-4BB4283F0920}" srcOrd="0" destOrd="0" presId="urn:microsoft.com/office/officeart/2005/8/layout/vProcess5"/>
    <dgm:cxn modelId="{8CCC4C63-6D4C-CA41-96AA-3863C911C12F}" type="presOf" srcId="{8BA65728-4AFC-4E6D-935F-D4D0429FB79E}" destId="{FC34611D-8E8D-0F4A-A78A-CA10FB7A5077}" srcOrd="0" destOrd="0" presId="urn:microsoft.com/office/officeart/2005/8/layout/vProcess5"/>
    <dgm:cxn modelId="{2A288667-DCD6-584E-B791-E21C49FE2318}" type="presOf" srcId="{067ECE62-D8F6-4CA2-810B-A479144CFBA7}" destId="{F0651C47-FE0B-F145-A4A7-27FB169DDD02}" srcOrd="1" destOrd="0" presId="urn:microsoft.com/office/officeart/2005/8/layout/vProcess5"/>
    <dgm:cxn modelId="{C136DE72-30FB-CE47-A3C2-5DF4A782E36F}" type="presOf" srcId="{067ECE62-D8F6-4CA2-810B-A479144CFBA7}" destId="{B195D11B-3CE4-8849-B3D7-E3BACC0CC582}" srcOrd="0" destOrd="0" presId="urn:microsoft.com/office/officeart/2005/8/layout/vProcess5"/>
    <dgm:cxn modelId="{B3BE5C92-CD6E-C14F-B533-603EFC398EEE}" type="presOf" srcId="{ECA9B0FB-6053-4B6E-9EDC-F80DAEC8D206}" destId="{BC44F947-3804-9D4C-841A-4129F7320AEE}" srcOrd="0" destOrd="0" presId="urn:microsoft.com/office/officeart/2005/8/layout/vProcess5"/>
    <dgm:cxn modelId="{652BFE9F-D937-4CF1-8053-8B4C6AB89363}" srcId="{B5F272DF-ACD3-4526-93C6-9D2ACF6934EF}" destId="{EDDE0C1E-93FD-4CC1-AEA6-2F95E48DEBF0}" srcOrd="1" destOrd="0" parTransId="{0A1A7B65-2ADD-4067-BDC3-2CED82F85977}" sibTransId="{F5E82A8E-5A30-4A1D-A750-F9FAC5368973}"/>
    <dgm:cxn modelId="{4F8283AB-759A-FB40-80A4-CFCAD474AB56}" type="presOf" srcId="{B54E1425-5C22-44ED-B5B2-D3F9F05310F3}" destId="{B583C50D-3A88-FD42-BC6A-BEF3DB1E8512}" srcOrd="1" destOrd="1" presId="urn:microsoft.com/office/officeart/2005/8/layout/vProcess5"/>
    <dgm:cxn modelId="{F66F60BE-828A-AF47-81D3-93C48A44DED9}" type="presOf" srcId="{ECA9B0FB-6053-4B6E-9EDC-F80DAEC8D206}" destId="{9B39EE89-8694-6641-9296-9EE64021A45D}" srcOrd="1" destOrd="0" presId="urn:microsoft.com/office/officeart/2005/8/layout/vProcess5"/>
    <dgm:cxn modelId="{7C6A2ED6-BBE9-B042-8ADA-1FB9A4778E85}" type="presOf" srcId="{4F90BAB1-E8C3-43F9-B88D-229A3841194E}" destId="{94559F32-BFBC-B74C-820A-FD218F2AAACA}" srcOrd="0" destOrd="0" presId="urn:microsoft.com/office/officeart/2005/8/layout/vProcess5"/>
    <dgm:cxn modelId="{7B9C1DD9-8142-D94D-A156-8F9D01709440}" type="presOf" srcId="{EDDE0C1E-93FD-4CC1-AEA6-2F95E48DEBF0}" destId="{26041B0E-6614-D546-9128-4BB4283F0920}" srcOrd="0" destOrd="2" presId="urn:microsoft.com/office/officeart/2005/8/layout/vProcess5"/>
    <dgm:cxn modelId="{97CE85AD-8489-054D-9140-13619CF3783B}" type="presParOf" srcId="{94559F32-BFBC-B74C-820A-FD218F2AAACA}" destId="{0279631D-94CE-A342-9E74-855C13E9CC92}" srcOrd="0" destOrd="0" presId="urn:microsoft.com/office/officeart/2005/8/layout/vProcess5"/>
    <dgm:cxn modelId="{9D67E4BA-DE0A-FA4C-877B-49841CD064A3}" type="presParOf" srcId="{94559F32-BFBC-B74C-820A-FD218F2AAACA}" destId="{B195D11B-3CE4-8849-B3D7-E3BACC0CC582}" srcOrd="1" destOrd="0" presId="urn:microsoft.com/office/officeart/2005/8/layout/vProcess5"/>
    <dgm:cxn modelId="{72604F35-8CBC-D74D-9D6C-78716270CBAE}" type="presParOf" srcId="{94559F32-BFBC-B74C-820A-FD218F2AAACA}" destId="{26041B0E-6614-D546-9128-4BB4283F0920}" srcOrd="2" destOrd="0" presId="urn:microsoft.com/office/officeart/2005/8/layout/vProcess5"/>
    <dgm:cxn modelId="{7B44E055-A082-784E-BF14-3E79C59C779E}" type="presParOf" srcId="{94559F32-BFBC-B74C-820A-FD218F2AAACA}" destId="{BC44F947-3804-9D4C-841A-4129F7320AEE}" srcOrd="3" destOrd="0" presId="urn:microsoft.com/office/officeart/2005/8/layout/vProcess5"/>
    <dgm:cxn modelId="{A8462D3F-DAC5-D04F-8A35-F04D891F625E}" type="presParOf" srcId="{94559F32-BFBC-B74C-820A-FD218F2AAACA}" destId="{FC34611D-8E8D-0F4A-A78A-CA10FB7A5077}" srcOrd="4" destOrd="0" presId="urn:microsoft.com/office/officeart/2005/8/layout/vProcess5"/>
    <dgm:cxn modelId="{BC2EB2C8-342C-6048-8212-090A961D5605}" type="presParOf" srcId="{94559F32-BFBC-B74C-820A-FD218F2AAACA}" destId="{58DDF600-DB3A-C649-AB95-AE7CD503FE05}" srcOrd="5" destOrd="0" presId="urn:microsoft.com/office/officeart/2005/8/layout/vProcess5"/>
    <dgm:cxn modelId="{88BEF98E-869C-3942-9853-A6BCAADEAB22}" type="presParOf" srcId="{94559F32-BFBC-B74C-820A-FD218F2AAACA}" destId="{F0651C47-FE0B-F145-A4A7-27FB169DDD02}" srcOrd="6" destOrd="0" presId="urn:microsoft.com/office/officeart/2005/8/layout/vProcess5"/>
    <dgm:cxn modelId="{12C733EE-13D9-A946-A6A0-1F4C106C5EB3}" type="presParOf" srcId="{94559F32-BFBC-B74C-820A-FD218F2AAACA}" destId="{B583C50D-3A88-FD42-BC6A-BEF3DB1E8512}" srcOrd="7" destOrd="0" presId="urn:microsoft.com/office/officeart/2005/8/layout/vProcess5"/>
    <dgm:cxn modelId="{B7587804-9114-C045-8324-03721A03A9B5}" type="presParOf" srcId="{94559F32-BFBC-B74C-820A-FD218F2AAACA}" destId="{9B39EE89-8694-6641-9296-9EE64021A45D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3DC6B5-F29E-4996-815B-F394144596E4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91E5B70-2DA7-4D1A-89C4-5D7B499CB05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Preprocessing Stage</a:t>
          </a:r>
        </a:p>
      </dgm:t>
    </dgm:pt>
    <dgm:pt modelId="{979C9FA6-4FE0-4308-9756-0E5091B723A8}" type="parTrans" cxnId="{1F9FA6EA-5675-4569-8F0E-F08CA31626B4}">
      <dgm:prSet/>
      <dgm:spPr/>
      <dgm:t>
        <a:bodyPr/>
        <a:lstStyle/>
        <a:p>
          <a:endParaRPr lang="en-US"/>
        </a:p>
      </dgm:t>
    </dgm:pt>
    <dgm:pt modelId="{6BF36971-6E92-431C-AB10-993ABA65F231}" type="sibTrans" cxnId="{1F9FA6EA-5675-4569-8F0E-F08CA31626B4}">
      <dgm:prSet/>
      <dgm:spPr/>
      <dgm:t>
        <a:bodyPr/>
        <a:lstStyle/>
        <a:p>
          <a:endParaRPr lang="en-US"/>
        </a:p>
      </dgm:t>
    </dgm:pt>
    <dgm:pt modelId="{1853A365-28B1-4566-BA1C-BD168D2B141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Data cleaning</a:t>
          </a:r>
        </a:p>
      </dgm:t>
    </dgm:pt>
    <dgm:pt modelId="{6E3D26E6-DB70-4556-89DE-FAD527ACB29C}" type="parTrans" cxnId="{6E72FB2F-B4B9-4730-84F7-D9B59ABCC746}">
      <dgm:prSet/>
      <dgm:spPr/>
      <dgm:t>
        <a:bodyPr/>
        <a:lstStyle/>
        <a:p>
          <a:endParaRPr lang="en-US"/>
        </a:p>
      </dgm:t>
    </dgm:pt>
    <dgm:pt modelId="{C3EF4553-FA7A-4B46-8669-A2AEFCDACED5}" type="sibTrans" cxnId="{6E72FB2F-B4B9-4730-84F7-D9B59ABCC746}">
      <dgm:prSet/>
      <dgm:spPr/>
      <dgm:t>
        <a:bodyPr/>
        <a:lstStyle/>
        <a:p>
          <a:endParaRPr lang="en-US"/>
        </a:p>
      </dgm:t>
    </dgm:pt>
    <dgm:pt modelId="{589A6FDE-EFEA-437F-834D-3DD03A1B477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Missing value imputation</a:t>
          </a:r>
        </a:p>
      </dgm:t>
    </dgm:pt>
    <dgm:pt modelId="{AFCE18E5-D13A-4242-A305-ADBE70DB8360}" type="parTrans" cxnId="{AE5C2502-83F3-4D9D-8F16-44E0D49B36C7}">
      <dgm:prSet/>
      <dgm:spPr/>
      <dgm:t>
        <a:bodyPr/>
        <a:lstStyle/>
        <a:p>
          <a:endParaRPr lang="en-US"/>
        </a:p>
      </dgm:t>
    </dgm:pt>
    <dgm:pt modelId="{81348802-B4C2-4D4D-BF3A-3F7CE8B7921F}" type="sibTrans" cxnId="{AE5C2502-83F3-4D9D-8F16-44E0D49B36C7}">
      <dgm:prSet/>
      <dgm:spPr/>
      <dgm:t>
        <a:bodyPr/>
        <a:lstStyle/>
        <a:p>
          <a:endParaRPr lang="en-US"/>
        </a:p>
      </dgm:t>
    </dgm:pt>
    <dgm:pt modelId="{551996FE-BE02-4776-BEB4-8C80B988D3C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Feature engineering</a:t>
          </a:r>
        </a:p>
      </dgm:t>
    </dgm:pt>
    <dgm:pt modelId="{0E692D0A-75AC-441A-893C-ABD76BA25F83}" type="parTrans" cxnId="{5A5CD711-2761-4160-8E34-707EBA4FB76A}">
      <dgm:prSet/>
      <dgm:spPr/>
      <dgm:t>
        <a:bodyPr/>
        <a:lstStyle/>
        <a:p>
          <a:endParaRPr lang="en-US"/>
        </a:p>
      </dgm:t>
    </dgm:pt>
    <dgm:pt modelId="{CAAD4F42-17E1-4D6F-B4D7-6994BEA645ED}" type="sibTrans" cxnId="{5A5CD711-2761-4160-8E34-707EBA4FB76A}">
      <dgm:prSet/>
      <dgm:spPr/>
      <dgm:t>
        <a:bodyPr/>
        <a:lstStyle/>
        <a:p>
          <a:endParaRPr lang="en-US"/>
        </a:p>
      </dgm:t>
    </dgm:pt>
    <dgm:pt modelId="{3280926A-5D79-4B23-AFE9-1A152AEADF4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Feature selection</a:t>
          </a:r>
        </a:p>
      </dgm:t>
    </dgm:pt>
    <dgm:pt modelId="{FF35F422-2FF2-4824-B702-37A597222707}" type="parTrans" cxnId="{3A386999-3749-4BE9-BC54-A664E3ADD67E}">
      <dgm:prSet/>
      <dgm:spPr/>
      <dgm:t>
        <a:bodyPr/>
        <a:lstStyle/>
        <a:p>
          <a:endParaRPr lang="en-US"/>
        </a:p>
      </dgm:t>
    </dgm:pt>
    <dgm:pt modelId="{618E6CC8-9134-4350-A5B9-66CE1C5A6283}" type="sibTrans" cxnId="{3A386999-3749-4BE9-BC54-A664E3ADD67E}">
      <dgm:prSet/>
      <dgm:spPr/>
      <dgm:t>
        <a:bodyPr/>
        <a:lstStyle/>
        <a:p>
          <a:endParaRPr lang="en-US"/>
        </a:p>
      </dgm:t>
    </dgm:pt>
    <dgm:pt modelId="{85C6DC31-4089-44E7-9432-38352A8128B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Model Development</a:t>
          </a:r>
        </a:p>
      </dgm:t>
    </dgm:pt>
    <dgm:pt modelId="{E53E5E56-2F13-4328-81D1-47AF3F419427}" type="parTrans" cxnId="{44D5C6CF-C71D-488E-A8F4-C61153091CE2}">
      <dgm:prSet/>
      <dgm:spPr/>
      <dgm:t>
        <a:bodyPr/>
        <a:lstStyle/>
        <a:p>
          <a:endParaRPr lang="en-US"/>
        </a:p>
      </dgm:t>
    </dgm:pt>
    <dgm:pt modelId="{404955A4-632A-48C8-BED3-A98758FA6959}" type="sibTrans" cxnId="{44D5C6CF-C71D-488E-A8F4-C61153091CE2}">
      <dgm:prSet/>
      <dgm:spPr/>
      <dgm:t>
        <a:bodyPr/>
        <a:lstStyle/>
        <a:p>
          <a:endParaRPr lang="en-US"/>
        </a:p>
      </dgm:t>
    </dgm:pt>
    <dgm:pt modelId="{230EA398-3406-44DA-BDA6-BAEE9C34E28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Trained </a:t>
          </a:r>
          <a:r>
            <a:rPr lang="en-US" sz="1800" dirty="0" err="1"/>
            <a:t>XGBoost</a:t>
          </a:r>
          <a:r>
            <a:rPr lang="en-US" sz="1800" dirty="0"/>
            <a:t> model on engineered features</a:t>
          </a:r>
        </a:p>
      </dgm:t>
    </dgm:pt>
    <dgm:pt modelId="{E58EDD32-9061-4179-A1D2-EC61B5E4B69E}" type="parTrans" cxnId="{3CCE03D9-A83F-4269-B979-0933C6163173}">
      <dgm:prSet/>
      <dgm:spPr/>
      <dgm:t>
        <a:bodyPr/>
        <a:lstStyle/>
        <a:p>
          <a:endParaRPr lang="en-US"/>
        </a:p>
      </dgm:t>
    </dgm:pt>
    <dgm:pt modelId="{085AF68B-73F9-4158-AE2D-B8A082846773}" type="sibTrans" cxnId="{3CCE03D9-A83F-4269-B979-0933C6163173}">
      <dgm:prSet/>
      <dgm:spPr/>
      <dgm:t>
        <a:bodyPr/>
        <a:lstStyle/>
        <a:p>
          <a:endParaRPr lang="en-US"/>
        </a:p>
      </dgm:t>
    </dgm:pt>
    <dgm:pt modelId="{26E901B1-6B34-4981-A5B1-97AD19CF2D8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Tuned using validation set</a:t>
          </a:r>
        </a:p>
      </dgm:t>
    </dgm:pt>
    <dgm:pt modelId="{1EEF5064-BE68-4439-B2C2-B04C96BA4DDE}" type="parTrans" cxnId="{06B225F2-F9D5-4A0D-B22F-AD45A492FFC4}">
      <dgm:prSet/>
      <dgm:spPr/>
      <dgm:t>
        <a:bodyPr/>
        <a:lstStyle/>
        <a:p>
          <a:endParaRPr lang="en-US"/>
        </a:p>
      </dgm:t>
    </dgm:pt>
    <dgm:pt modelId="{F02E7537-FF7B-4B49-99FF-A8F7A6B5CBD6}" type="sibTrans" cxnId="{06B225F2-F9D5-4A0D-B22F-AD45A492FFC4}">
      <dgm:prSet/>
      <dgm:spPr/>
      <dgm:t>
        <a:bodyPr/>
        <a:lstStyle/>
        <a:p>
          <a:endParaRPr lang="en-US"/>
        </a:p>
      </dgm:t>
    </dgm:pt>
    <dgm:pt modelId="{FD0D19F4-D795-43D9-A98B-BAC1D8D64B9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Final evaluation on an unseen test set</a:t>
          </a:r>
        </a:p>
      </dgm:t>
    </dgm:pt>
    <dgm:pt modelId="{7FC90E36-EE25-43A6-8475-33E3648F0FEB}" type="parTrans" cxnId="{B6A504B9-5FA7-4F14-AAF9-0F8EDC9524EC}">
      <dgm:prSet/>
      <dgm:spPr/>
      <dgm:t>
        <a:bodyPr/>
        <a:lstStyle/>
        <a:p>
          <a:endParaRPr lang="en-US"/>
        </a:p>
      </dgm:t>
    </dgm:pt>
    <dgm:pt modelId="{D5F70362-302E-4138-986D-C8A0F70E05CE}" type="sibTrans" cxnId="{B6A504B9-5FA7-4F14-AAF9-0F8EDC9524EC}">
      <dgm:prSet/>
      <dgm:spPr/>
      <dgm:t>
        <a:bodyPr/>
        <a:lstStyle/>
        <a:p>
          <a:endParaRPr lang="en-US"/>
        </a:p>
      </dgm:t>
    </dgm:pt>
    <dgm:pt modelId="{C47A1A68-A6F8-4B1F-8C81-DC11C437D5D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Dataset Size</a:t>
          </a:r>
        </a:p>
      </dgm:t>
    </dgm:pt>
    <dgm:pt modelId="{396E4BD0-8788-4B6F-A02F-823B46FAF2E3}" type="parTrans" cxnId="{A6AC76D4-EDA0-4B27-B759-01AF6FAC0889}">
      <dgm:prSet/>
      <dgm:spPr/>
      <dgm:t>
        <a:bodyPr/>
        <a:lstStyle/>
        <a:p>
          <a:endParaRPr lang="en-US"/>
        </a:p>
      </dgm:t>
    </dgm:pt>
    <dgm:pt modelId="{8A25F733-946A-4596-9CEA-3E5B156537E8}" type="sibTrans" cxnId="{A6AC76D4-EDA0-4B27-B759-01AF6FAC0889}">
      <dgm:prSet/>
      <dgm:spPr/>
      <dgm:t>
        <a:bodyPr/>
        <a:lstStyle/>
        <a:p>
          <a:endParaRPr lang="en-US"/>
        </a:p>
      </dgm:t>
    </dgm:pt>
    <dgm:pt modelId="{4C140CFD-8B94-4A2C-8903-CF3DE03D78F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Train Set: 413,378 rows x 331 features</a:t>
          </a:r>
        </a:p>
      </dgm:t>
    </dgm:pt>
    <dgm:pt modelId="{E299848F-6EC4-48AC-9210-5304AE8B7787}" type="parTrans" cxnId="{4403D9A7-B1DC-458E-BCD2-2377388F6737}">
      <dgm:prSet/>
      <dgm:spPr/>
      <dgm:t>
        <a:bodyPr/>
        <a:lstStyle/>
        <a:p>
          <a:endParaRPr lang="en-US"/>
        </a:p>
      </dgm:t>
    </dgm:pt>
    <dgm:pt modelId="{59A2AAE0-F2F2-4F77-9F68-FF7B6FF293B4}" type="sibTrans" cxnId="{4403D9A7-B1DC-458E-BCD2-2377388F6737}">
      <dgm:prSet/>
      <dgm:spPr/>
      <dgm:t>
        <a:bodyPr/>
        <a:lstStyle/>
        <a:p>
          <a:endParaRPr lang="en-US"/>
        </a:p>
      </dgm:t>
    </dgm:pt>
    <dgm:pt modelId="{8D3286E9-90BB-4977-9998-FA41BBD1112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Validation Set: 88,581 rows x 331 features</a:t>
          </a:r>
        </a:p>
      </dgm:t>
    </dgm:pt>
    <dgm:pt modelId="{E3735AF6-5400-471D-AD0F-DDC58A8FA84F}" type="parTrans" cxnId="{BF088067-4AF5-436A-9477-D12063EC42EE}">
      <dgm:prSet/>
      <dgm:spPr/>
      <dgm:t>
        <a:bodyPr/>
        <a:lstStyle/>
        <a:p>
          <a:endParaRPr lang="en-US"/>
        </a:p>
      </dgm:t>
    </dgm:pt>
    <dgm:pt modelId="{BF384084-8DDE-4B10-A291-9EFBB4F7A90E}" type="sibTrans" cxnId="{BF088067-4AF5-436A-9477-D12063EC42EE}">
      <dgm:prSet/>
      <dgm:spPr/>
      <dgm:t>
        <a:bodyPr/>
        <a:lstStyle/>
        <a:p>
          <a:endParaRPr lang="en-US"/>
        </a:p>
      </dgm:t>
    </dgm:pt>
    <dgm:pt modelId="{C924B3A4-4802-4B0D-90DC-19422C95046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Test Set: 88,581 rows x 331 features</a:t>
          </a:r>
        </a:p>
      </dgm:t>
    </dgm:pt>
    <dgm:pt modelId="{06057AFF-780C-4C4A-A51A-8F649408329A}" type="parTrans" cxnId="{A4879C8F-6F32-47A7-BB82-E181A605DE50}">
      <dgm:prSet/>
      <dgm:spPr/>
      <dgm:t>
        <a:bodyPr/>
        <a:lstStyle/>
        <a:p>
          <a:endParaRPr lang="en-US"/>
        </a:p>
      </dgm:t>
    </dgm:pt>
    <dgm:pt modelId="{CCBBB72A-DE3E-4504-854D-94ADD5191EFC}" type="sibTrans" cxnId="{A4879C8F-6F32-47A7-BB82-E181A605DE50}">
      <dgm:prSet/>
      <dgm:spPr/>
      <dgm:t>
        <a:bodyPr/>
        <a:lstStyle/>
        <a:p>
          <a:endParaRPr lang="en-US"/>
        </a:p>
      </dgm:t>
    </dgm:pt>
    <dgm:pt modelId="{D9806D12-8467-4AD6-89A1-BEB45503B8C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Tools Used</a:t>
          </a:r>
        </a:p>
      </dgm:t>
    </dgm:pt>
    <dgm:pt modelId="{88854541-21ED-4020-A0B3-78CBA5F9D50E}" type="parTrans" cxnId="{A992F677-8CFC-4485-80F6-2B1E4215FD7D}">
      <dgm:prSet/>
      <dgm:spPr/>
      <dgm:t>
        <a:bodyPr/>
        <a:lstStyle/>
        <a:p>
          <a:endParaRPr lang="en-US"/>
        </a:p>
      </dgm:t>
    </dgm:pt>
    <dgm:pt modelId="{FE973A80-EFF7-4E51-A63D-F10DCED9AB56}" type="sibTrans" cxnId="{A992F677-8CFC-4485-80F6-2B1E4215FD7D}">
      <dgm:prSet/>
      <dgm:spPr/>
      <dgm:t>
        <a:bodyPr/>
        <a:lstStyle/>
        <a:p>
          <a:endParaRPr lang="en-US"/>
        </a:p>
      </dgm:t>
    </dgm:pt>
    <dgm:pt modelId="{CC72527C-A993-409C-B852-C6C86C64881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R, </a:t>
          </a:r>
          <a:r>
            <a:rPr lang="en-US" sz="1800" dirty="0" err="1"/>
            <a:t>Rstudio</a:t>
          </a:r>
          <a:r>
            <a:rPr lang="en-US" sz="1800" dirty="0"/>
            <a:t>, </a:t>
          </a:r>
          <a:r>
            <a:rPr lang="en-US" sz="1800" dirty="0" err="1"/>
            <a:t>XGBoost</a:t>
          </a:r>
          <a:r>
            <a:rPr lang="en-US" sz="1800" dirty="0"/>
            <a:t> Package, GitHub, and RDS conversion to store large datasets efficiently</a:t>
          </a:r>
        </a:p>
      </dgm:t>
    </dgm:pt>
    <dgm:pt modelId="{51A338C5-AEE0-419C-8ECF-BA9CBEF64511}" type="parTrans" cxnId="{201D1402-9A6A-457F-952D-36F25B808B14}">
      <dgm:prSet/>
      <dgm:spPr/>
      <dgm:t>
        <a:bodyPr/>
        <a:lstStyle/>
        <a:p>
          <a:endParaRPr lang="en-US"/>
        </a:p>
      </dgm:t>
    </dgm:pt>
    <dgm:pt modelId="{2A38E2E8-3588-4EA1-8665-599E2A0D742E}" type="sibTrans" cxnId="{201D1402-9A6A-457F-952D-36F25B808B14}">
      <dgm:prSet/>
      <dgm:spPr/>
      <dgm:t>
        <a:bodyPr/>
        <a:lstStyle/>
        <a:p>
          <a:endParaRPr lang="en-US"/>
        </a:p>
      </dgm:t>
    </dgm:pt>
    <dgm:pt modelId="{6A1BF7C4-F47B-4EBD-B752-51964911AAF9}" type="pres">
      <dgm:prSet presAssocID="{3D3DC6B5-F29E-4996-815B-F394144596E4}" presName="root" presStyleCnt="0">
        <dgm:presLayoutVars>
          <dgm:dir/>
          <dgm:resizeHandles val="exact"/>
        </dgm:presLayoutVars>
      </dgm:prSet>
      <dgm:spPr/>
    </dgm:pt>
    <dgm:pt modelId="{81B4DCEA-4361-4F3E-9BDB-312B3B67AD07}" type="pres">
      <dgm:prSet presAssocID="{F91E5B70-2DA7-4D1A-89C4-5D7B499CB05E}" presName="compNode" presStyleCnt="0"/>
      <dgm:spPr/>
    </dgm:pt>
    <dgm:pt modelId="{3A122B78-B89E-4E1A-A91F-C739C9579C06}" type="pres">
      <dgm:prSet presAssocID="{F91E5B70-2DA7-4D1A-89C4-5D7B499CB05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F12A902-BE8F-470E-8B15-E14CC922F903}" type="pres">
      <dgm:prSet presAssocID="{F91E5B70-2DA7-4D1A-89C4-5D7B499CB05E}" presName="iconSpace" presStyleCnt="0"/>
      <dgm:spPr/>
    </dgm:pt>
    <dgm:pt modelId="{63B2D92C-2F07-4B1B-85B4-EEE22A01452A}" type="pres">
      <dgm:prSet presAssocID="{F91E5B70-2DA7-4D1A-89C4-5D7B499CB05E}" presName="parTx" presStyleLbl="revTx" presStyleIdx="0" presStyleCnt="8">
        <dgm:presLayoutVars>
          <dgm:chMax val="0"/>
          <dgm:chPref val="0"/>
        </dgm:presLayoutVars>
      </dgm:prSet>
      <dgm:spPr/>
    </dgm:pt>
    <dgm:pt modelId="{2C8C0C1F-9A8A-47DA-8E26-8032F0CBBC48}" type="pres">
      <dgm:prSet presAssocID="{F91E5B70-2DA7-4D1A-89C4-5D7B499CB05E}" presName="txSpace" presStyleCnt="0"/>
      <dgm:spPr/>
    </dgm:pt>
    <dgm:pt modelId="{D15A4944-4D68-4604-847A-32E931404859}" type="pres">
      <dgm:prSet presAssocID="{F91E5B70-2DA7-4D1A-89C4-5D7B499CB05E}" presName="desTx" presStyleLbl="revTx" presStyleIdx="1" presStyleCnt="8" custScaleX="101382" custScaleY="109493" custLinFactNeighborX="3716" custLinFactNeighborY="15635">
        <dgm:presLayoutVars/>
      </dgm:prSet>
      <dgm:spPr/>
    </dgm:pt>
    <dgm:pt modelId="{EBE202DA-10AA-4726-9841-265C67EB86DD}" type="pres">
      <dgm:prSet presAssocID="{6BF36971-6E92-431C-AB10-993ABA65F231}" presName="sibTrans" presStyleCnt="0"/>
      <dgm:spPr/>
    </dgm:pt>
    <dgm:pt modelId="{89E31C87-0F62-4503-BAE6-9EF393711916}" type="pres">
      <dgm:prSet presAssocID="{85C6DC31-4089-44E7-9432-38352A8128BD}" presName="compNode" presStyleCnt="0"/>
      <dgm:spPr/>
    </dgm:pt>
    <dgm:pt modelId="{14A24FD5-5F51-4138-A808-71A4B505E032}" type="pres">
      <dgm:prSet presAssocID="{85C6DC31-4089-44E7-9432-38352A8128B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1AD704E-DB85-4B5C-A459-D1FBBD158F09}" type="pres">
      <dgm:prSet presAssocID="{85C6DC31-4089-44E7-9432-38352A8128BD}" presName="iconSpace" presStyleCnt="0"/>
      <dgm:spPr/>
    </dgm:pt>
    <dgm:pt modelId="{DA1F0D19-FE47-4167-B922-2005E9F7051F}" type="pres">
      <dgm:prSet presAssocID="{85C6DC31-4089-44E7-9432-38352A8128BD}" presName="parTx" presStyleLbl="revTx" presStyleIdx="2" presStyleCnt="8">
        <dgm:presLayoutVars>
          <dgm:chMax val="0"/>
          <dgm:chPref val="0"/>
        </dgm:presLayoutVars>
      </dgm:prSet>
      <dgm:spPr/>
    </dgm:pt>
    <dgm:pt modelId="{DF233BFA-DBF7-4DE4-9EB0-44BE88A3B650}" type="pres">
      <dgm:prSet presAssocID="{85C6DC31-4089-44E7-9432-38352A8128BD}" presName="txSpace" presStyleCnt="0"/>
      <dgm:spPr/>
    </dgm:pt>
    <dgm:pt modelId="{DBA5E129-5E2E-49A2-986A-55E44CF01059}" type="pres">
      <dgm:prSet presAssocID="{85C6DC31-4089-44E7-9432-38352A8128BD}" presName="desTx" presStyleLbl="revTx" presStyleIdx="3" presStyleCnt="8" custLinFactNeighborX="464" custLinFactNeighborY="9347">
        <dgm:presLayoutVars/>
      </dgm:prSet>
      <dgm:spPr/>
    </dgm:pt>
    <dgm:pt modelId="{96CF995C-630D-493E-9A33-E712B02D0F25}" type="pres">
      <dgm:prSet presAssocID="{404955A4-632A-48C8-BED3-A98758FA6959}" presName="sibTrans" presStyleCnt="0"/>
      <dgm:spPr/>
    </dgm:pt>
    <dgm:pt modelId="{0BB6E9F6-4161-44EF-84CF-5CF83906C975}" type="pres">
      <dgm:prSet presAssocID="{C47A1A68-A6F8-4B1F-8C81-DC11C437D5DD}" presName="compNode" presStyleCnt="0"/>
      <dgm:spPr/>
    </dgm:pt>
    <dgm:pt modelId="{A3CED9C0-DF02-49B8-B29F-DD12E35FB962}" type="pres">
      <dgm:prSet presAssocID="{C47A1A68-A6F8-4B1F-8C81-DC11C437D5D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AC6F0F9D-2DF7-444D-82E9-CE37E83564C5}" type="pres">
      <dgm:prSet presAssocID="{C47A1A68-A6F8-4B1F-8C81-DC11C437D5DD}" presName="iconSpace" presStyleCnt="0"/>
      <dgm:spPr/>
    </dgm:pt>
    <dgm:pt modelId="{884BA838-35E7-4A17-BC03-361BA6828088}" type="pres">
      <dgm:prSet presAssocID="{C47A1A68-A6F8-4B1F-8C81-DC11C437D5DD}" presName="parTx" presStyleLbl="revTx" presStyleIdx="4" presStyleCnt="8">
        <dgm:presLayoutVars>
          <dgm:chMax val="0"/>
          <dgm:chPref val="0"/>
        </dgm:presLayoutVars>
      </dgm:prSet>
      <dgm:spPr/>
    </dgm:pt>
    <dgm:pt modelId="{46B23D56-EE54-4BC6-815B-D273580B1CEF}" type="pres">
      <dgm:prSet presAssocID="{C47A1A68-A6F8-4B1F-8C81-DC11C437D5DD}" presName="txSpace" presStyleCnt="0"/>
      <dgm:spPr/>
    </dgm:pt>
    <dgm:pt modelId="{6245A82B-075F-42B1-8E1C-21C21B20A83F}" type="pres">
      <dgm:prSet presAssocID="{C47A1A68-A6F8-4B1F-8C81-DC11C437D5DD}" presName="desTx" presStyleLbl="revTx" presStyleIdx="5" presStyleCnt="8" custLinFactNeighborY="9347">
        <dgm:presLayoutVars/>
      </dgm:prSet>
      <dgm:spPr/>
    </dgm:pt>
    <dgm:pt modelId="{B73EF13D-0738-4552-AAE5-389C04F2BA23}" type="pres">
      <dgm:prSet presAssocID="{8A25F733-946A-4596-9CEA-3E5B156537E8}" presName="sibTrans" presStyleCnt="0"/>
      <dgm:spPr/>
    </dgm:pt>
    <dgm:pt modelId="{0E34800B-7C67-46FA-A386-B81D0F1A59D9}" type="pres">
      <dgm:prSet presAssocID="{D9806D12-8467-4AD6-89A1-BEB45503B8C8}" presName="compNode" presStyleCnt="0"/>
      <dgm:spPr/>
    </dgm:pt>
    <dgm:pt modelId="{49B09B84-F833-45C8-989F-07BFA958EC71}" type="pres">
      <dgm:prSet presAssocID="{D9806D12-8467-4AD6-89A1-BEB45503B8C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ternet with solid fill"/>
        </a:ext>
      </dgm:extLst>
    </dgm:pt>
    <dgm:pt modelId="{398840DF-C810-490B-87FA-BDCD1115D880}" type="pres">
      <dgm:prSet presAssocID="{D9806D12-8467-4AD6-89A1-BEB45503B8C8}" presName="iconSpace" presStyleCnt="0"/>
      <dgm:spPr/>
    </dgm:pt>
    <dgm:pt modelId="{3E014D6C-ACF1-49B4-B3CF-1FC5851E41E4}" type="pres">
      <dgm:prSet presAssocID="{D9806D12-8467-4AD6-89A1-BEB45503B8C8}" presName="parTx" presStyleLbl="revTx" presStyleIdx="6" presStyleCnt="8">
        <dgm:presLayoutVars>
          <dgm:chMax val="0"/>
          <dgm:chPref val="0"/>
        </dgm:presLayoutVars>
      </dgm:prSet>
      <dgm:spPr/>
    </dgm:pt>
    <dgm:pt modelId="{8B7D8030-2802-4BA6-A8C3-FCE8D3D633BE}" type="pres">
      <dgm:prSet presAssocID="{D9806D12-8467-4AD6-89A1-BEB45503B8C8}" presName="txSpace" presStyleCnt="0"/>
      <dgm:spPr/>
    </dgm:pt>
    <dgm:pt modelId="{3E944720-C483-4D29-8E25-D2EF07B7CB06}" type="pres">
      <dgm:prSet presAssocID="{D9806D12-8467-4AD6-89A1-BEB45503B8C8}" presName="desTx" presStyleLbl="revTx" presStyleIdx="7" presStyleCnt="8" custLinFactNeighborX="-464" custLinFactNeighborY="9347">
        <dgm:presLayoutVars/>
      </dgm:prSet>
      <dgm:spPr/>
    </dgm:pt>
  </dgm:ptLst>
  <dgm:cxnLst>
    <dgm:cxn modelId="{201D1402-9A6A-457F-952D-36F25B808B14}" srcId="{D9806D12-8467-4AD6-89A1-BEB45503B8C8}" destId="{CC72527C-A993-409C-B852-C6C86C648812}" srcOrd="0" destOrd="0" parTransId="{51A338C5-AEE0-419C-8ECF-BA9CBEF64511}" sibTransId="{2A38E2E8-3588-4EA1-8665-599E2A0D742E}"/>
    <dgm:cxn modelId="{AE5C2502-83F3-4D9D-8F16-44E0D49B36C7}" srcId="{F91E5B70-2DA7-4D1A-89C4-5D7B499CB05E}" destId="{589A6FDE-EFEA-437F-834D-3DD03A1B477D}" srcOrd="1" destOrd="0" parTransId="{AFCE18E5-D13A-4242-A305-ADBE70DB8360}" sibTransId="{81348802-B4C2-4D4D-BF3A-3F7CE8B7921F}"/>
    <dgm:cxn modelId="{6B34D908-BF4E-400A-9DAB-BE9B633D4C13}" type="presOf" srcId="{551996FE-BE02-4776-BEB4-8C80B988D3CF}" destId="{D15A4944-4D68-4604-847A-32E931404859}" srcOrd="0" destOrd="2" presId="urn:microsoft.com/office/officeart/2018/2/layout/IconLabelDescriptionList"/>
    <dgm:cxn modelId="{5A5CD711-2761-4160-8E34-707EBA4FB76A}" srcId="{F91E5B70-2DA7-4D1A-89C4-5D7B499CB05E}" destId="{551996FE-BE02-4776-BEB4-8C80B988D3CF}" srcOrd="2" destOrd="0" parTransId="{0E692D0A-75AC-441A-893C-ABD76BA25F83}" sibTransId="{CAAD4F42-17E1-4D6F-B4D7-6994BEA645ED}"/>
    <dgm:cxn modelId="{C477581C-9133-496E-930A-AC38DB14ED30}" type="presOf" srcId="{8D3286E9-90BB-4977-9998-FA41BBD11125}" destId="{6245A82B-075F-42B1-8E1C-21C21B20A83F}" srcOrd="0" destOrd="1" presId="urn:microsoft.com/office/officeart/2018/2/layout/IconLabelDescriptionList"/>
    <dgm:cxn modelId="{6E72FB2F-B4B9-4730-84F7-D9B59ABCC746}" srcId="{F91E5B70-2DA7-4D1A-89C4-5D7B499CB05E}" destId="{1853A365-28B1-4566-BA1C-BD168D2B1411}" srcOrd="0" destOrd="0" parTransId="{6E3D26E6-DB70-4556-89DE-FAD527ACB29C}" sibTransId="{C3EF4553-FA7A-4B46-8669-A2AEFCDACED5}"/>
    <dgm:cxn modelId="{5DA1D735-3E5F-FB44-BC22-0123D453B3E1}" type="presOf" srcId="{FD0D19F4-D795-43D9-A98B-BAC1D8D64B92}" destId="{DBA5E129-5E2E-49A2-986A-55E44CF01059}" srcOrd="0" destOrd="2" presId="urn:microsoft.com/office/officeart/2018/2/layout/IconLabelDescriptionList"/>
    <dgm:cxn modelId="{FB49884D-07F4-4000-A439-F0864974C9C3}" type="presOf" srcId="{D9806D12-8467-4AD6-89A1-BEB45503B8C8}" destId="{3E014D6C-ACF1-49B4-B3CF-1FC5851E41E4}" srcOrd="0" destOrd="0" presId="urn:microsoft.com/office/officeart/2018/2/layout/IconLabelDescriptionList"/>
    <dgm:cxn modelId="{B5EFDF51-E2D8-4A7C-841B-D291ADEC86A1}" type="presOf" srcId="{1853A365-28B1-4566-BA1C-BD168D2B1411}" destId="{D15A4944-4D68-4604-847A-32E931404859}" srcOrd="0" destOrd="0" presId="urn:microsoft.com/office/officeart/2018/2/layout/IconLabelDescriptionList"/>
    <dgm:cxn modelId="{2FAC5064-963A-4EEB-B134-46C9517AD3C7}" type="presOf" srcId="{C924B3A4-4802-4B0D-90DC-19422C95046C}" destId="{6245A82B-075F-42B1-8E1C-21C21B20A83F}" srcOrd="0" destOrd="2" presId="urn:microsoft.com/office/officeart/2018/2/layout/IconLabelDescriptionList"/>
    <dgm:cxn modelId="{BF088067-4AF5-436A-9477-D12063EC42EE}" srcId="{C47A1A68-A6F8-4B1F-8C81-DC11C437D5DD}" destId="{8D3286E9-90BB-4977-9998-FA41BBD11125}" srcOrd="1" destOrd="0" parTransId="{E3735AF6-5400-471D-AD0F-DDC58A8FA84F}" sibTransId="{BF384084-8DDE-4B10-A291-9EFBB4F7A90E}"/>
    <dgm:cxn modelId="{9987D36E-2F06-4F69-A194-278BB634DA1D}" type="presOf" srcId="{85C6DC31-4089-44E7-9432-38352A8128BD}" destId="{DA1F0D19-FE47-4167-B922-2005E9F7051F}" srcOrd="0" destOrd="0" presId="urn:microsoft.com/office/officeart/2018/2/layout/IconLabelDescriptionList"/>
    <dgm:cxn modelId="{5492396F-E9D3-462F-9CC8-3CBF6C2ACDB3}" type="presOf" srcId="{C47A1A68-A6F8-4B1F-8C81-DC11C437D5DD}" destId="{884BA838-35E7-4A17-BC03-361BA6828088}" srcOrd="0" destOrd="0" presId="urn:microsoft.com/office/officeart/2018/2/layout/IconLabelDescriptionList"/>
    <dgm:cxn modelId="{A992F677-8CFC-4485-80F6-2B1E4215FD7D}" srcId="{3D3DC6B5-F29E-4996-815B-F394144596E4}" destId="{D9806D12-8467-4AD6-89A1-BEB45503B8C8}" srcOrd="3" destOrd="0" parTransId="{88854541-21ED-4020-A0B3-78CBA5F9D50E}" sibTransId="{FE973A80-EFF7-4E51-A63D-F10DCED9AB56}"/>
    <dgm:cxn modelId="{6D886384-95F9-0D4C-A423-7D0F572BB8FD}" type="presOf" srcId="{230EA398-3406-44DA-BDA6-BAEE9C34E288}" destId="{DBA5E129-5E2E-49A2-986A-55E44CF01059}" srcOrd="0" destOrd="0" presId="urn:microsoft.com/office/officeart/2018/2/layout/IconLabelDescriptionList"/>
    <dgm:cxn modelId="{A4879C8F-6F32-47A7-BB82-E181A605DE50}" srcId="{C47A1A68-A6F8-4B1F-8C81-DC11C437D5DD}" destId="{C924B3A4-4802-4B0D-90DC-19422C95046C}" srcOrd="2" destOrd="0" parTransId="{06057AFF-780C-4C4A-A51A-8F649408329A}" sibTransId="{CCBBB72A-DE3E-4504-854D-94ADD5191EFC}"/>
    <dgm:cxn modelId="{3A386999-3749-4BE9-BC54-A664E3ADD67E}" srcId="{F91E5B70-2DA7-4D1A-89C4-5D7B499CB05E}" destId="{3280926A-5D79-4B23-AFE9-1A152AEADF47}" srcOrd="3" destOrd="0" parTransId="{FF35F422-2FF2-4824-B702-37A597222707}" sibTransId="{618E6CC8-9134-4350-A5B9-66CE1C5A6283}"/>
    <dgm:cxn modelId="{4403D9A7-B1DC-458E-BCD2-2377388F6737}" srcId="{C47A1A68-A6F8-4B1F-8C81-DC11C437D5DD}" destId="{4C140CFD-8B94-4A2C-8903-CF3DE03D78FE}" srcOrd="0" destOrd="0" parTransId="{E299848F-6EC4-48AC-9210-5304AE8B7787}" sibTransId="{59A2AAE0-F2F2-4F77-9F68-FF7B6FF293B4}"/>
    <dgm:cxn modelId="{B6A504B9-5FA7-4F14-AAF9-0F8EDC9524EC}" srcId="{85C6DC31-4089-44E7-9432-38352A8128BD}" destId="{FD0D19F4-D795-43D9-A98B-BAC1D8D64B92}" srcOrd="2" destOrd="0" parTransId="{7FC90E36-EE25-43A6-8475-33E3648F0FEB}" sibTransId="{D5F70362-302E-4138-986D-C8A0F70E05CE}"/>
    <dgm:cxn modelId="{B1993BBA-CE7B-4399-AC1D-26E6907C4728}" type="presOf" srcId="{4C140CFD-8B94-4A2C-8903-CF3DE03D78FE}" destId="{6245A82B-075F-42B1-8E1C-21C21B20A83F}" srcOrd="0" destOrd="0" presId="urn:microsoft.com/office/officeart/2018/2/layout/IconLabelDescriptionList"/>
    <dgm:cxn modelId="{44D5C6CF-C71D-488E-A8F4-C61153091CE2}" srcId="{3D3DC6B5-F29E-4996-815B-F394144596E4}" destId="{85C6DC31-4089-44E7-9432-38352A8128BD}" srcOrd="1" destOrd="0" parTransId="{E53E5E56-2F13-4328-81D1-47AF3F419427}" sibTransId="{404955A4-632A-48C8-BED3-A98758FA6959}"/>
    <dgm:cxn modelId="{A6AC76D4-EDA0-4B27-B759-01AF6FAC0889}" srcId="{3D3DC6B5-F29E-4996-815B-F394144596E4}" destId="{C47A1A68-A6F8-4B1F-8C81-DC11C437D5DD}" srcOrd="2" destOrd="0" parTransId="{396E4BD0-8788-4B6F-A02F-823B46FAF2E3}" sibTransId="{8A25F733-946A-4596-9CEA-3E5B156537E8}"/>
    <dgm:cxn modelId="{3CCE03D9-A83F-4269-B979-0933C6163173}" srcId="{85C6DC31-4089-44E7-9432-38352A8128BD}" destId="{230EA398-3406-44DA-BDA6-BAEE9C34E288}" srcOrd="0" destOrd="0" parTransId="{E58EDD32-9061-4179-A1D2-EC61B5E4B69E}" sibTransId="{085AF68B-73F9-4158-AE2D-B8A082846773}"/>
    <dgm:cxn modelId="{C9D375DC-4FE7-42EF-9F6F-AAE1676B8771}" type="presOf" srcId="{589A6FDE-EFEA-437F-834D-3DD03A1B477D}" destId="{D15A4944-4D68-4604-847A-32E931404859}" srcOrd="0" destOrd="1" presId="urn:microsoft.com/office/officeart/2018/2/layout/IconLabelDescriptionList"/>
    <dgm:cxn modelId="{5AB2ABDF-FF34-418C-A76C-ABC01CF4DEAB}" type="presOf" srcId="{CC72527C-A993-409C-B852-C6C86C648812}" destId="{3E944720-C483-4D29-8E25-D2EF07B7CB06}" srcOrd="0" destOrd="0" presId="urn:microsoft.com/office/officeart/2018/2/layout/IconLabelDescriptionList"/>
    <dgm:cxn modelId="{B7D54DE0-428A-0446-9FC3-426DA2887567}" type="presOf" srcId="{26E901B1-6B34-4981-A5B1-97AD19CF2D8A}" destId="{DBA5E129-5E2E-49A2-986A-55E44CF01059}" srcOrd="0" destOrd="1" presId="urn:microsoft.com/office/officeart/2018/2/layout/IconLabelDescriptionList"/>
    <dgm:cxn modelId="{1F9FA6EA-5675-4569-8F0E-F08CA31626B4}" srcId="{3D3DC6B5-F29E-4996-815B-F394144596E4}" destId="{F91E5B70-2DA7-4D1A-89C4-5D7B499CB05E}" srcOrd="0" destOrd="0" parTransId="{979C9FA6-4FE0-4308-9756-0E5091B723A8}" sibTransId="{6BF36971-6E92-431C-AB10-993ABA65F231}"/>
    <dgm:cxn modelId="{6C8949F0-8691-4AC6-A06E-96020E0EBBCF}" type="presOf" srcId="{F91E5B70-2DA7-4D1A-89C4-5D7B499CB05E}" destId="{63B2D92C-2F07-4B1B-85B4-EEE22A01452A}" srcOrd="0" destOrd="0" presId="urn:microsoft.com/office/officeart/2018/2/layout/IconLabelDescriptionList"/>
    <dgm:cxn modelId="{06B225F2-F9D5-4A0D-B22F-AD45A492FFC4}" srcId="{85C6DC31-4089-44E7-9432-38352A8128BD}" destId="{26E901B1-6B34-4981-A5B1-97AD19CF2D8A}" srcOrd="1" destOrd="0" parTransId="{1EEF5064-BE68-4439-B2C2-B04C96BA4DDE}" sibTransId="{F02E7537-FF7B-4B49-99FF-A8F7A6B5CBD6}"/>
    <dgm:cxn modelId="{354F0DFA-503A-44DC-849E-C5601A07BE64}" type="presOf" srcId="{3D3DC6B5-F29E-4996-815B-F394144596E4}" destId="{6A1BF7C4-F47B-4EBD-B752-51964911AAF9}" srcOrd="0" destOrd="0" presId="urn:microsoft.com/office/officeart/2018/2/layout/IconLabelDescriptionList"/>
    <dgm:cxn modelId="{376C4AFA-C597-4DB8-8CB2-32E9D649E6F0}" type="presOf" srcId="{3280926A-5D79-4B23-AFE9-1A152AEADF47}" destId="{D15A4944-4D68-4604-847A-32E931404859}" srcOrd="0" destOrd="3" presId="urn:microsoft.com/office/officeart/2018/2/layout/IconLabelDescriptionList"/>
    <dgm:cxn modelId="{78E70056-EF27-4512-920C-9CC8246F03FF}" type="presParOf" srcId="{6A1BF7C4-F47B-4EBD-B752-51964911AAF9}" destId="{81B4DCEA-4361-4F3E-9BDB-312B3B67AD07}" srcOrd="0" destOrd="0" presId="urn:microsoft.com/office/officeart/2018/2/layout/IconLabelDescriptionList"/>
    <dgm:cxn modelId="{6FACC025-9AE0-4ABC-926B-272DDD2F6B26}" type="presParOf" srcId="{81B4DCEA-4361-4F3E-9BDB-312B3B67AD07}" destId="{3A122B78-B89E-4E1A-A91F-C739C9579C06}" srcOrd="0" destOrd="0" presId="urn:microsoft.com/office/officeart/2018/2/layout/IconLabelDescriptionList"/>
    <dgm:cxn modelId="{0F496CF4-5EBB-4270-884F-C14925CEB2B8}" type="presParOf" srcId="{81B4DCEA-4361-4F3E-9BDB-312B3B67AD07}" destId="{7F12A902-BE8F-470E-8B15-E14CC922F903}" srcOrd="1" destOrd="0" presId="urn:microsoft.com/office/officeart/2018/2/layout/IconLabelDescriptionList"/>
    <dgm:cxn modelId="{49F1C1E3-7A5E-4963-A8C2-CC5F286EBDAE}" type="presParOf" srcId="{81B4DCEA-4361-4F3E-9BDB-312B3B67AD07}" destId="{63B2D92C-2F07-4B1B-85B4-EEE22A01452A}" srcOrd="2" destOrd="0" presId="urn:microsoft.com/office/officeart/2018/2/layout/IconLabelDescriptionList"/>
    <dgm:cxn modelId="{8A95E760-8628-4CFA-9BDD-7C5FEFF1E112}" type="presParOf" srcId="{81B4DCEA-4361-4F3E-9BDB-312B3B67AD07}" destId="{2C8C0C1F-9A8A-47DA-8E26-8032F0CBBC48}" srcOrd="3" destOrd="0" presId="urn:microsoft.com/office/officeart/2018/2/layout/IconLabelDescriptionList"/>
    <dgm:cxn modelId="{68A6BE0C-8C87-418A-A5A3-07A87C770F3C}" type="presParOf" srcId="{81B4DCEA-4361-4F3E-9BDB-312B3B67AD07}" destId="{D15A4944-4D68-4604-847A-32E931404859}" srcOrd="4" destOrd="0" presId="urn:microsoft.com/office/officeart/2018/2/layout/IconLabelDescriptionList"/>
    <dgm:cxn modelId="{06BFC887-E0C8-4A44-9C9D-2979AC590AF0}" type="presParOf" srcId="{6A1BF7C4-F47B-4EBD-B752-51964911AAF9}" destId="{EBE202DA-10AA-4726-9841-265C67EB86DD}" srcOrd="1" destOrd="0" presId="urn:microsoft.com/office/officeart/2018/2/layout/IconLabelDescriptionList"/>
    <dgm:cxn modelId="{2839F973-C1D5-4AA2-AA92-98CFCD8A0BD5}" type="presParOf" srcId="{6A1BF7C4-F47B-4EBD-B752-51964911AAF9}" destId="{89E31C87-0F62-4503-BAE6-9EF393711916}" srcOrd="2" destOrd="0" presId="urn:microsoft.com/office/officeart/2018/2/layout/IconLabelDescriptionList"/>
    <dgm:cxn modelId="{7D5FC7CF-DF18-43C5-86D1-748B6B329FCD}" type="presParOf" srcId="{89E31C87-0F62-4503-BAE6-9EF393711916}" destId="{14A24FD5-5F51-4138-A808-71A4B505E032}" srcOrd="0" destOrd="0" presId="urn:microsoft.com/office/officeart/2018/2/layout/IconLabelDescriptionList"/>
    <dgm:cxn modelId="{BB9AC70F-5672-42DC-8832-71E718BB9D40}" type="presParOf" srcId="{89E31C87-0F62-4503-BAE6-9EF393711916}" destId="{61AD704E-DB85-4B5C-A459-D1FBBD158F09}" srcOrd="1" destOrd="0" presId="urn:microsoft.com/office/officeart/2018/2/layout/IconLabelDescriptionList"/>
    <dgm:cxn modelId="{6786D6C7-DB9B-4B62-A9D5-46E6141B4989}" type="presParOf" srcId="{89E31C87-0F62-4503-BAE6-9EF393711916}" destId="{DA1F0D19-FE47-4167-B922-2005E9F7051F}" srcOrd="2" destOrd="0" presId="urn:microsoft.com/office/officeart/2018/2/layout/IconLabelDescriptionList"/>
    <dgm:cxn modelId="{8D25276C-6A86-4BD3-A9C7-35F4BD89B44A}" type="presParOf" srcId="{89E31C87-0F62-4503-BAE6-9EF393711916}" destId="{DF233BFA-DBF7-4DE4-9EB0-44BE88A3B650}" srcOrd="3" destOrd="0" presId="urn:microsoft.com/office/officeart/2018/2/layout/IconLabelDescriptionList"/>
    <dgm:cxn modelId="{8619DA00-5FE1-4A8A-9A7B-6BE6CFF3E322}" type="presParOf" srcId="{89E31C87-0F62-4503-BAE6-9EF393711916}" destId="{DBA5E129-5E2E-49A2-986A-55E44CF01059}" srcOrd="4" destOrd="0" presId="urn:microsoft.com/office/officeart/2018/2/layout/IconLabelDescriptionList"/>
    <dgm:cxn modelId="{D385DA80-1FC1-429B-9285-3CACC9547328}" type="presParOf" srcId="{6A1BF7C4-F47B-4EBD-B752-51964911AAF9}" destId="{96CF995C-630D-493E-9A33-E712B02D0F25}" srcOrd="3" destOrd="0" presId="urn:microsoft.com/office/officeart/2018/2/layout/IconLabelDescriptionList"/>
    <dgm:cxn modelId="{A85BF8DA-2AE0-49BB-9E0E-3783B42BD7C5}" type="presParOf" srcId="{6A1BF7C4-F47B-4EBD-B752-51964911AAF9}" destId="{0BB6E9F6-4161-44EF-84CF-5CF83906C975}" srcOrd="4" destOrd="0" presId="urn:microsoft.com/office/officeart/2018/2/layout/IconLabelDescriptionList"/>
    <dgm:cxn modelId="{948C90C4-76A8-4CC2-B05B-3F4B56943378}" type="presParOf" srcId="{0BB6E9F6-4161-44EF-84CF-5CF83906C975}" destId="{A3CED9C0-DF02-49B8-B29F-DD12E35FB962}" srcOrd="0" destOrd="0" presId="urn:microsoft.com/office/officeart/2018/2/layout/IconLabelDescriptionList"/>
    <dgm:cxn modelId="{AFC31049-687E-425B-9009-BE0666E4103D}" type="presParOf" srcId="{0BB6E9F6-4161-44EF-84CF-5CF83906C975}" destId="{AC6F0F9D-2DF7-444D-82E9-CE37E83564C5}" srcOrd="1" destOrd="0" presId="urn:microsoft.com/office/officeart/2018/2/layout/IconLabelDescriptionList"/>
    <dgm:cxn modelId="{DE6D57C6-E97D-4CC1-9289-011A277F8DA2}" type="presParOf" srcId="{0BB6E9F6-4161-44EF-84CF-5CF83906C975}" destId="{884BA838-35E7-4A17-BC03-361BA6828088}" srcOrd="2" destOrd="0" presId="urn:microsoft.com/office/officeart/2018/2/layout/IconLabelDescriptionList"/>
    <dgm:cxn modelId="{A4724A6E-E90C-42FF-BACB-97FDB98B26BD}" type="presParOf" srcId="{0BB6E9F6-4161-44EF-84CF-5CF83906C975}" destId="{46B23D56-EE54-4BC6-815B-D273580B1CEF}" srcOrd="3" destOrd="0" presId="urn:microsoft.com/office/officeart/2018/2/layout/IconLabelDescriptionList"/>
    <dgm:cxn modelId="{CECF9BD9-2F73-43F1-9E22-DEC5A6DC3045}" type="presParOf" srcId="{0BB6E9F6-4161-44EF-84CF-5CF83906C975}" destId="{6245A82B-075F-42B1-8E1C-21C21B20A83F}" srcOrd="4" destOrd="0" presId="urn:microsoft.com/office/officeart/2018/2/layout/IconLabelDescriptionList"/>
    <dgm:cxn modelId="{C27A6C91-6AF2-4EFF-A912-1D381A4CF762}" type="presParOf" srcId="{6A1BF7C4-F47B-4EBD-B752-51964911AAF9}" destId="{B73EF13D-0738-4552-AAE5-389C04F2BA23}" srcOrd="5" destOrd="0" presId="urn:microsoft.com/office/officeart/2018/2/layout/IconLabelDescriptionList"/>
    <dgm:cxn modelId="{90F3D1C1-DBFF-41CB-A21D-9B2F91C667C1}" type="presParOf" srcId="{6A1BF7C4-F47B-4EBD-B752-51964911AAF9}" destId="{0E34800B-7C67-46FA-A386-B81D0F1A59D9}" srcOrd="6" destOrd="0" presId="urn:microsoft.com/office/officeart/2018/2/layout/IconLabelDescriptionList"/>
    <dgm:cxn modelId="{410F4BFB-C507-4392-A10B-4B3521B469F5}" type="presParOf" srcId="{0E34800B-7C67-46FA-A386-B81D0F1A59D9}" destId="{49B09B84-F833-45C8-989F-07BFA958EC71}" srcOrd="0" destOrd="0" presId="urn:microsoft.com/office/officeart/2018/2/layout/IconLabelDescriptionList"/>
    <dgm:cxn modelId="{EDEFB4D5-0F5E-4ADD-9FAD-A04C9233C64A}" type="presParOf" srcId="{0E34800B-7C67-46FA-A386-B81D0F1A59D9}" destId="{398840DF-C810-490B-87FA-BDCD1115D880}" srcOrd="1" destOrd="0" presId="urn:microsoft.com/office/officeart/2018/2/layout/IconLabelDescriptionList"/>
    <dgm:cxn modelId="{E731A5F4-A7A8-49BC-960D-47E885ABC700}" type="presParOf" srcId="{0E34800B-7C67-46FA-A386-B81D0F1A59D9}" destId="{3E014D6C-ACF1-49B4-B3CF-1FC5851E41E4}" srcOrd="2" destOrd="0" presId="urn:microsoft.com/office/officeart/2018/2/layout/IconLabelDescriptionList"/>
    <dgm:cxn modelId="{9E13666F-ECAC-434B-883E-277C5FCE6419}" type="presParOf" srcId="{0E34800B-7C67-46FA-A386-B81D0F1A59D9}" destId="{8B7D8030-2802-4BA6-A8C3-FCE8D3D633BE}" srcOrd="3" destOrd="0" presId="urn:microsoft.com/office/officeart/2018/2/layout/IconLabelDescriptionList"/>
    <dgm:cxn modelId="{F7FA3189-218D-4051-8B1E-487ACBAC2AD5}" type="presParOf" srcId="{0E34800B-7C67-46FA-A386-B81D0F1A59D9}" destId="{3E944720-C483-4D29-8E25-D2EF07B7CB06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36D0FE7-9527-4ADC-8331-BD27BC099ED8}" type="doc">
      <dgm:prSet loTypeId="urn:microsoft.com/office/officeart/2005/8/layout/vList5" loCatId="list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5E2E6B5-D39F-4DFB-B02B-20EFA37AF2BA}">
      <dgm:prSet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en-US" dirty="0"/>
            <a:t>Zero False Positives lead to a better customer experience</a:t>
          </a:r>
        </a:p>
      </dgm:t>
    </dgm:pt>
    <dgm:pt modelId="{067C66A2-FED9-4470-A79B-6F763F54D1FA}" type="parTrans" cxnId="{26470CC3-70A9-49A4-9F9D-BC9F027E03F9}">
      <dgm:prSet/>
      <dgm:spPr/>
      <dgm:t>
        <a:bodyPr/>
        <a:lstStyle/>
        <a:p>
          <a:endParaRPr lang="en-US"/>
        </a:p>
      </dgm:t>
    </dgm:pt>
    <dgm:pt modelId="{5FD10F31-5FB1-47A3-8538-7D1C492CA017}" type="sibTrans" cxnId="{26470CC3-70A9-49A4-9F9D-BC9F027E03F9}">
      <dgm:prSet/>
      <dgm:spPr/>
      <dgm:t>
        <a:bodyPr/>
        <a:lstStyle/>
        <a:p>
          <a:endParaRPr lang="en-US"/>
        </a:p>
      </dgm:t>
    </dgm:pt>
    <dgm:pt modelId="{321BF291-C783-46DF-82F6-F301EBCF113B}">
      <dgm:prSet/>
      <dgm:spPr>
        <a:solidFill>
          <a:schemeClr val="tx2">
            <a:lumMod val="10000"/>
            <a:lumOff val="90000"/>
            <a:alpha val="90000"/>
          </a:schemeClr>
        </a:solidFill>
      </dgm:spPr>
      <dgm:t>
        <a:bodyPr/>
        <a:lstStyle/>
        <a:p>
          <a:r>
            <a:rPr lang="en-US" dirty="0"/>
            <a:t>Legitimate customers are no longer interrupted</a:t>
          </a:r>
        </a:p>
      </dgm:t>
    </dgm:pt>
    <dgm:pt modelId="{9DA440E1-A6F7-419F-AEC9-B1778DA8642D}" type="parTrans" cxnId="{A7D9A102-21D5-4CD8-9E2C-65F77E7DB09E}">
      <dgm:prSet/>
      <dgm:spPr/>
      <dgm:t>
        <a:bodyPr/>
        <a:lstStyle/>
        <a:p>
          <a:endParaRPr lang="en-US"/>
        </a:p>
      </dgm:t>
    </dgm:pt>
    <dgm:pt modelId="{D246DBFE-BAD3-491E-99AC-71369A20B0AA}" type="sibTrans" cxnId="{A7D9A102-21D5-4CD8-9E2C-65F77E7DB09E}">
      <dgm:prSet/>
      <dgm:spPr/>
      <dgm:t>
        <a:bodyPr/>
        <a:lstStyle/>
        <a:p>
          <a:endParaRPr lang="en-US"/>
        </a:p>
      </dgm:t>
    </dgm:pt>
    <dgm:pt modelId="{79D72437-96EF-489F-B1A9-CD40A22CD12A}">
      <dgm:prSet/>
      <dgm:spPr>
        <a:solidFill>
          <a:schemeClr val="tx2">
            <a:lumMod val="10000"/>
            <a:lumOff val="90000"/>
            <a:alpha val="90000"/>
          </a:schemeClr>
        </a:solidFill>
      </dgm:spPr>
      <dgm:t>
        <a:bodyPr/>
        <a:lstStyle/>
        <a:p>
          <a:r>
            <a:rPr lang="en-US" dirty="0"/>
            <a:t>Smoother transactions and fewer complaints</a:t>
          </a:r>
        </a:p>
      </dgm:t>
    </dgm:pt>
    <dgm:pt modelId="{5E1FFAC6-C6E1-451C-B81F-5EC19C66A59E}" type="parTrans" cxnId="{3ABDFB68-3C57-452D-9B53-BCEDAA552F65}">
      <dgm:prSet/>
      <dgm:spPr/>
      <dgm:t>
        <a:bodyPr/>
        <a:lstStyle/>
        <a:p>
          <a:endParaRPr lang="en-US"/>
        </a:p>
      </dgm:t>
    </dgm:pt>
    <dgm:pt modelId="{05BB31FF-03AD-4FC1-9686-286747C8EF1B}" type="sibTrans" cxnId="{3ABDFB68-3C57-452D-9B53-BCEDAA552F65}">
      <dgm:prSet/>
      <dgm:spPr/>
      <dgm:t>
        <a:bodyPr/>
        <a:lstStyle/>
        <a:p>
          <a:endParaRPr lang="en-US"/>
        </a:p>
      </dgm:t>
    </dgm:pt>
    <dgm:pt modelId="{988470D8-3349-48C3-A9C3-A0E9FF028654}">
      <dgm:prSet/>
      <dgm:spPr>
        <a:solidFill>
          <a:schemeClr val="tx2">
            <a:lumMod val="75000"/>
            <a:lumOff val="25000"/>
          </a:schemeClr>
        </a:solidFill>
      </dgm:spPr>
      <dgm:t>
        <a:bodyPr/>
        <a:lstStyle/>
        <a:p>
          <a:r>
            <a:rPr lang="en-US" dirty="0"/>
            <a:t>99.97% Fraud detection means </a:t>
          </a:r>
          <a:r>
            <a:rPr lang="en-US" u="sng" dirty="0"/>
            <a:t>strong protection</a:t>
          </a:r>
        </a:p>
      </dgm:t>
    </dgm:pt>
    <dgm:pt modelId="{39991E1A-A0B2-4B86-AC3B-6D8D9BFE50D3}" type="parTrans" cxnId="{A76E6545-587E-4E3F-8F24-E9118C3BBD84}">
      <dgm:prSet/>
      <dgm:spPr/>
      <dgm:t>
        <a:bodyPr/>
        <a:lstStyle/>
        <a:p>
          <a:endParaRPr lang="en-US"/>
        </a:p>
      </dgm:t>
    </dgm:pt>
    <dgm:pt modelId="{8662D1E7-E71D-41A5-A258-F86F8A4B449C}" type="sibTrans" cxnId="{A76E6545-587E-4E3F-8F24-E9118C3BBD84}">
      <dgm:prSet/>
      <dgm:spPr/>
      <dgm:t>
        <a:bodyPr/>
        <a:lstStyle/>
        <a:p>
          <a:endParaRPr lang="en-US"/>
        </a:p>
      </dgm:t>
    </dgm:pt>
    <dgm:pt modelId="{1A790617-8C32-417D-943E-DB0A7E1FD0E0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/>
            <a:t>- Major reduction in financial losses</a:t>
          </a:r>
        </a:p>
      </dgm:t>
    </dgm:pt>
    <dgm:pt modelId="{84B7ABC9-9668-478F-8DD4-E5838194492F}" type="parTrans" cxnId="{FC80003C-24D0-47C8-8A81-A7B46C52754B}">
      <dgm:prSet/>
      <dgm:spPr/>
      <dgm:t>
        <a:bodyPr/>
        <a:lstStyle/>
        <a:p>
          <a:endParaRPr lang="en-US"/>
        </a:p>
      </dgm:t>
    </dgm:pt>
    <dgm:pt modelId="{55DFB91D-2401-4A5D-BB82-2C3A0A6AAF19}" type="sibTrans" cxnId="{FC80003C-24D0-47C8-8A81-A7B46C52754B}">
      <dgm:prSet/>
      <dgm:spPr/>
      <dgm:t>
        <a:bodyPr/>
        <a:lstStyle/>
        <a:p>
          <a:endParaRPr lang="en-US"/>
        </a:p>
      </dgm:t>
    </dgm:pt>
    <dgm:pt modelId="{E34396B7-4F81-41D1-8A52-E4CAC2378CAE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/>
            <a:t>- Earlier and more reliable fraud prevention</a:t>
          </a:r>
        </a:p>
      </dgm:t>
    </dgm:pt>
    <dgm:pt modelId="{7CAEB8FD-A9DF-4551-B12A-DBA41E091E00}" type="parTrans" cxnId="{9861971E-F6B2-45E6-AD12-7923BCC51593}">
      <dgm:prSet/>
      <dgm:spPr/>
      <dgm:t>
        <a:bodyPr/>
        <a:lstStyle/>
        <a:p>
          <a:endParaRPr lang="en-US"/>
        </a:p>
      </dgm:t>
    </dgm:pt>
    <dgm:pt modelId="{E8FC1E46-C575-461E-87E9-F76927867C46}" type="sibTrans" cxnId="{9861971E-F6B2-45E6-AD12-7923BCC51593}">
      <dgm:prSet/>
      <dgm:spPr/>
      <dgm:t>
        <a:bodyPr/>
        <a:lstStyle/>
        <a:p>
          <a:endParaRPr lang="en-US"/>
        </a:p>
      </dgm:t>
    </dgm:pt>
    <dgm:pt modelId="{E85B1623-14F4-444F-9654-FC9D79F738B3}">
      <dgm:prSet/>
      <dgm:spPr>
        <a:solidFill>
          <a:schemeClr val="tx2">
            <a:lumMod val="90000"/>
            <a:lumOff val="10000"/>
          </a:schemeClr>
        </a:solidFill>
      </dgm:spPr>
      <dgm:t>
        <a:bodyPr/>
        <a:lstStyle/>
        <a:p>
          <a:r>
            <a:rPr lang="en-US" dirty="0"/>
            <a:t>This project provides immediate benefit</a:t>
          </a:r>
        </a:p>
      </dgm:t>
    </dgm:pt>
    <dgm:pt modelId="{2F597252-B858-4EB6-9EA6-4D1B71F5620F}" type="parTrans" cxnId="{23F38D87-3B63-48BF-A92C-65464C039655}">
      <dgm:prSet/>
      <dgm:spPr/>
      <dgm:t>
        <a:bodyPr/>
        <a:lstStyle/>
        <a:p>
          <a:endParaRPr lang="en-US"/>
        </a:p>
      </dgm:t>
    </dgm:pt>
    <dgm:pt modelId="{A0C2B4B8-5B36-459D-87DD-4BA185BA3311}" type="sibTrans" cxnId="{23F38D87-3B63-48BF-A92C-65464C039655}">
      <dgm:prSet/>
      <dgm:spPr/>
      <dgm:t>
        <a:bodyPr/>
        <a:lstStyle/>
        <a:p>
          <a:endParaRPr lang="en-US"/>
        </a:p>
      </dgm:t>
    </dgm:pt>
    <dgm:pt modelId="{54A24940-A1BC-4A5C-8762-6D89AD7DF691}">
      <dgm:prSet/>
      <dgm:spPr>
        <a:solidFill>
          <a:schemeClr val="accent4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dirty="0"/>
            <a:t>Manual review workload drops significantly, freeing staff to focus on the most critical cases</a:t>
          </a:r>
        </a:p>
      </dgm:t>
    </dgm:pt>
    <dgm:pt modelId="{F8B970F4-010B-4670-8661-30C8E8120E14}" type="parTrans" cxnId="{C654359A-D39E-4D0D-AE4B-A5F7C2E395F0}">
      <dgm:prSet/>
      <dgm:spPr/>
      <dgm:t>
        <a:bodyPr/>
        <a:lstStyle/>
        <a:p>
          <a:endParaRPr lang="en-US"/>
        </a:p>
      </dgm:t>
    </dgm:pt>
    <dgm:pt modelId="{1464919E-64EC-4497-A165-550A7C6A8754}" type="sibTrans" cxnId="{C654359A-D39E-4D0D-AE4B-A5F7C2E395F0}">
      <dgm:prSet/>
      <dgm:spPr/>
      <dgm:t>
        <a:bodyPr/>
        <a:lstStyle/>
        <a:p>
          <a:endParaRPr lang="en-US"/>
        </a:p>
      </dgm:t>
    </dgm:pt>
    <dgm:pt modelId="{83B2442F-D1F8-EE47-B729-545245810C0B}" type="pres">
      <dgm:prSet presAssocID="{F36D0FE7-9527-4ADC-8331-BD27BC099ED8}" presName="Name0" presStyleCnt="0">
        <dgm:presLayoutVars>
          <dgm:dir/>
          <dgm:animLvl val="lvl"/>
          <dgm:resizeHandles val="exact"/>
        </dgm:presLayoutVars>
      </dgm:prSet>
      <dgm:spPr/>
    </dgm:pt>
    <dgm:pt modelId="{5EDB1D25-5FB7-A140-A675-07F840FA8CA1}" type="pres">
      <dgm:prSet presAssocID="{25E2E6B5-D39F-4DFB-B02B-20EFA37AF2BA}" presName="linNode" presStyleCnt="0"/>
      <dgm:spPr/>
    </dgm:pt>
    <dgm:pt modelId="{A1F86AC8-DB38-C84C-9F7E-DBAE406DB302}" type="pres">
      <dgm:prSet presAssocID="{25E2E6B5-D39F-4DFB-B02B-20EFA37AF2BA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3C0DAABB-39D6-A247-BA64-9739E7697B15}" type="pres">
      <dgm:prSet presAssocID="{25E2E6B5-D39F-4DFB-B02B-20EFA37AF2BA}" presName="descendantText" presStyleLbl="alignAccFollowNode1" presStyleIdx="0" presStyleCnt="3">
        <dgm:presLayoutVars>
          <dgm:bulletEnabled val="1"/>
        </dgm:presLayoutVars>
      </dgm:prSet>
      <dgm:spPr/>
    </dgm:pt>
    <dgm:pt modelId="{78D8F203-FDCB-E84B-B6E2-05FFE5469261}" type="pres">
      <dgm:prSet presAssocID="{5FD10F31-5FB1-47A3-8538-7D1C492CA017}" presName="sp" presStyleCnt="0"/>
      <dgm:spPr/>
    </dgm:pt>
    <dgm:pt modelId="{FCE0D3E9-74CB-794E-A7FC-F5A2AC0A21F2}" type="pres">
      <dgm:prSet presAssocID="{988470D8-3349-48C3-A9C3-A0E9FF028654}" presName="linNode" presStyleCnt="0"/>
      <dgm:spPr/>
    </dgm:pt>
    <dgm:pt modelId="{4142B36F-40FF-4146-97DE-ACB70C0649A5}" type="pres">
      <dgm:prSet presAssocID="{988470D8-3349-48C3-A9C3-A0E9FF028654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66CB5230-599D-7C40-B0F7-445BD6AC1BC4}" type="pres">
      <dgm:prSet presAssocID="{988470D8-3349-48C3-A9C3-A0E9FF028654}" presName="descendantText" presStyleLbl="alignAccFollowNode1" presStyleIdx="1" presStyleCnt="3">
        <dgm:presLayoutVars>
          <dgm:bulletEnabled val="1"/>
        </dgm:presLayoutVars>
      </dgm:prSet>
      <dgm:spPr/>
    </dgm:pt>
    <dgm:pt modelId="{2FAD0FA7-89C0-EF4F-AAA8-7269904769B8}" type="pres">
      <dgm:prSet presAssocID="{8662D1E7-E71D-41A5-A258-F86F8A4B449C}" presName="sp" presStyleCnt="0"/>
      <dgm:spPr/>
    </dgm:pt>
    <dgm:pt modelId="{431E2F39-121F-3048-A440-81B90CD84043}" type="pres">
      <dgm:prSet presAssocID="{E85B1623-14F4-444F-9654-FC9D79F738B3}" presName="linNode" presStyleCnt="0"/>
      <dgm:spPr/>
    </dgm:pt>
    <dgm:pt modelId="{97B6A354-4680-1547-B75A-DC5B6D872305}" type="pres">
      <dgm:prSet presAssocID="{E85B1623-14F4-444F-9654-FC9D79F738B3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021E9FE3-630F-A349-961A-B53D47EE59FE}" type="pres">
      <dgm:prSet presAssocID="{E85B1623-14F4-444F-9654-FC9D79F738B3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A7D9A102-21D5-4CD8-9E2C-65F77E7DB09E}" srcId="{25E2E6B5-D39F-4DFB-B02B-20EFA37AF2BA}" destId="{321BF291-C783-46DF-82F6-F301EBCF113B}" srcOrd="0" destOrd="0" parTransId="{9DA440E1-A6F7-419F-AEC9-B1778DA8642D}" sibTransId="{D246DBFE-BAD3-491E-99AC-71369A20B0AA}"/>
    <dgm:cxn modelId="{96690A03-D755-E04A-8E90-69F1015ACAFF}" type="presOf" srcId="{321BF291-C783-46DF-82F6-F301EBCF113B}" destId="{3C0DAABB-39D6-A247-BA64-9739E7697B15}" srcOrd="0" destOrd="0" presId="urn:microsoft.com/office/officeart/2005/8/layout/vList5"/>
    <dgm:cxn modelId="{9861971E-F6B2-45E6-AD12-7923BCC51593}" srcId="{988470D8-3349-48C3-A9C3-A0E9FF028654}" destId="{E34396B7-4F81-41D1-8A52-E4CAC2378CAE}" srcOrd="1" destOrd="0" parTransId="{7CAEB8FD-A9DF-4551-B12A-DBA41E091E00}" sibTransId="{E8FC1E46-C575-461E-87E9-F76927867C46}"/>
    <dgm:cxn modelId="{8CB3F838-3969-6749-BEC3-D635A06489D1}" type="presOf" srcId="{25E2E6B5-D39F-4DFB-B02B-20EFA37AF2BA}" destId="{A1F86AC8-DB38-C84C-9F7E-DBAE406DB302}" srcOrd="0" destOrd="0" presId="urn:microsoft.com/office/officeart/2005/8/layout/vList5"/>
    <dgm:cxn modelId="{FC80003C-24D0-47C8-8A81-A7B46C52754B}" srcId="{988470D8-3349-48C3-A9C3-A0E9FF028654}" destId="{1A790617-8C32-417D-943E-DB0A7E1FD0E0}" srcOrd="0" destOrd="0" parTransId="{84B7ABC9-9668-478F-8DD4-E5838194492F}" sibTransId="{55DFB91D-2401-4A5D-BB82-2C3A0A6AAF19}"/>
    <dgm:cxn modelId="{A76E6545-587E-4E3F-8F24-E9118C3BBD84}" srcId="{F36D0FE7-9527-4ADC-8331-BD27BC099ED8}" destId="{988470D8-3349-48C3-A9C3-A0E9FF028654}" srcOrd="1" destOrd="0" parTransId="{39991E1A-A0B2-4B86-AC3B-6D8D9BFE50D3}" sibTransId="{8662D1E7-E71D-41A5-A258-F86F8A4B449C}"/>
    <dgm:cxn modelId="{090CE461-855E-6E4B-AABE-8D4FE80AA099}" type="presOf" srcId="{E85B1623-14F4-444F-9654-FC9D79F738B3}" destId="{97B6A354-4680-1547-B75A-DC5B6D872305}" srcOrd="0" destOrd="0" presId="urn:microsoft.com/office/officeart/2005/8/layout/vList5"/>
    <dgm:cxn modelId="{3ABDFB68-3C57-452D-9B53-BCEDAA552F65}" srcId="{25E2E6B5-D39F-4DFB-B02B-20EFA37AF2BA}" destId="{79D72437-96EF-489F-B1A9-CD40A22CD12A}" srcOrd="1" destOrd="0" parTransId="{5E1FFAC6-C6E1-451C-B81F-5EC19C66A59E}" sibTransId="{05BB31FF-03AD-4FC1-9686-286747C8EF1B}"/>
    <dgm:cxn modelId="{23F38D87-3B63-48BF-A92C-65464C039655}" srcId="{F36D0FE7-9527-4ADC-8331-BD27BC099ED8}" destId="{E85B1623-14F4-444F-9654-FC9D79F738B3}" srcOrd="2" destOrd="0" parTransId="{2F597252-B858-4EB6-9EA6-4D1B71F5620F}" sibTransId="{A0C2B4B8-5B36-459D-87DD-4BA185BA3311}"/>
    <dgm:cxn modelId="{51E38F96-2191-8542-A2F0-C71A30DDDF85}" type="presOf" srcId="{79D72437-96EF-489F-B1A9-CD40A22CD12A}" destId="{3C0DAABB-39D6-A247-BA64-9739E7697B15}" srcOrd="0" destOrd="1" presId="urn:microsoft.com/office/officeart/2005/8/layout/vList5"/>
    <dgm:cxn modelId="{C654359A-D39E-4D0D-AE4B-A5F7C2E395F0}" srcId="{E85B1623-14F4-444F-9654-FC9D79F738B3}" destId="{54A24940-A1BC-4A5C-8762-6D89AD7DF691}" srcOrd="0" destOrd="0" parTransId="{F8B970F4-010B-4670-8661-30C8E8120E14}" sibTransId="{1464919E-64EC-4497-A165-550A7C6A8754}"/>
    <dgm:cxn modelId="{492B19A1-0BD9-6C41-9EA0-61A28D73085E}" type="presOf" srcId="{E34396B7-4F81-41D1-8A52-E4CAC2378CAE}" destId="{66CB5230-599D-7C40-B0F7-445BD6AC1BC4}" srcOrd="0" destOrd="1" presId="urn:microsoft.com/office/officeart/2005/8/layout/vList5"/>
    <dgm:cxn modelId="{26470CC3-70A9-49A4-9F9D-BC9F027E03F9}" srcId="{F36D0FE7-9527-4ADC-8331-BD27BC099ED8}" destId="{25E2E6B5-D39F-4DFB-B02B-20EFA37AF2BA}" srcOrd="0" destOrd="0" parTransId="{067C66A2-FED9-4470-A79B-6F763F54D1FA}" sibTransId="{5FD10F31-5FB1-47A3-8538-7D1C492CA017}"/>
    <dgm:cxn modelId="{AAC314CD-3F5D-F740-9C4E-3CAFCB7F16C7}" type="presOf" srcId="{1A790617-8C32-417D-943E-DB0A7E1FD0E0}" destId="{66CB5230-599D-7C40-B0F7-445BD6AC1BC4}" srcOrd="0" destOrd="0" presId="urn:microsoft.com/office/officeart/2005/8/layout/vList5"/>
    <dgm:cxn modelId="{E08FDAD1-289D-6147-B264-9DC44EDAA4F3}" type="presOf" srcId="{54A24940-A1BC-4A5C-8762-6D89AD7DF691}" destId="{021E9FE3-630F-A349-961A-B53D47EE59FE}" srcOrd="0" destOrd="0" presId="urn:microsoft.com/office/officeart/2005/8/layout/vList5"/>
    <dgm:cxn modelId="{3A0CB4DE-CDA0-BA47-AF70-D6CBC74090C4}" type="presOf" srcId="{F36D0FE7-9527-4ADC-8331-BD27BC099ED8}" destId="{83B2442F-D1F8-EE47-B729-545245810C0B}" srcOrd="0" destOrd="0" presId="urn:microsoft.com/office/officeart/2005/8/layout/vList5"/>
    <dgm:cxn modelId="{30EED1F6-8C4A-B041-9666-C3E74D7CE7BB}" type="presOf" srcId="{988470D8-3349-48C3-A9C3-A0E9FF028654}" destId="{4142B36F-40FF-4146-97DE-ACB70C0649A5}" srcOrd="0" destOrd="0" presId="urn:microsoft.com/office/officeart/2005/8/layout/vList5"/>
    <dgm:cxn modelId="{A75355CB-D26B-6D47-8470-22B85F69A80B}" type="presParOf" srcId="{83B2442F-D1F8-EE47-B729-545245810C0B}" destId="{5EDB1D25-5FB7-A140-A675-07F840FA8CA1}" srcOrd="0" destOrd="0" presId="urn:microsoft.com/office/officeart/2005/8/layout/vList5"/>
    <dgm:cxn modelId="{C936B3A2-CD62-D144-BBC2-3AB46FE6B57F}" type="presParOf" srcId="{5EDB1D25-5FB7-A140-A675-07F840FA8CA1}" destId="{A1F86AC8-DB38-C84C-9F7E-DBAE406DB302}" srcOrd="0" destOrd="0" presId="urn:microsoft.com/office/officeart/2005/8/layout/vList5"/>
    <dgm:cxn modelId="{4DAC7C9E-2B26-9848-9212-CEB6CC97BB7D}" type="presParOf" srcId="{5EDB1D25-5FB7-A140-A675-07F840FA8CA1}" destId="{3C0DAABB-39D6-A247-BA64-9739E7697B15}" srcOrd="1" destOrd="0" presId="urn:microsoft.com/office/officeart/2005/8/layout/vList5"/>
    <dgm:cxn modelId="{8B41D3D6-6426-DD43-82B3-588AF536F8F5}" type="presParOf" srcId="{83B2442F-D1F8-EE47-B729-545245810C0B}" destId="{78D8F203-FDCB-E84B-B6E2-05FFE5469261}" srcOrd="1" destOrd="0" presId="urn:microsoft.com/office/officeart/2005/8/layout/vList5"/>
    <dgm:cxn modelId="{DE41D04C-E273-FF46-A5E6-1D67EBF57DF5}" type="presParOf" srcId="{83B2442F-D1F8-EE47-B729-545245810C0B}" destId="{FCE0D3E9-74CB-794E-A7FC-F5A2AC0A21F2}" srcOrd="2" destOrd="0" presId="urn:microsoft.com/office/officeart/2005/8/layout/vList5"/>
    <dgm:cxn modelId="{1ECB97D7-FD93-3042-9055-3DABFA53B4E8}" type="presParOf" srcId="{FCE0D3E9-74CB-794E-A7FC-F5A2AC0A21F2}" destId="{4142B36F-40FF-4146-97DE-ACB70C0649A5}" srcOrd="0" destOrd="0" presId="urn:microsoft.com/office/officeart/2005/8/layout/vList5"/>
    <dgm:cxn modelId="{737B02FD-DE91-5B43-B4E5-6C6C6AAD1463}" type="presParOf" srcId="{FCE0D3E9-74CB-794E-A7FC-F5A2AC0A21F2}" destId="{66CB5230-599D-7C40-B0F7-445BD6AC1BC4}" srcOrd="1" destOrd="0" presId="urn:microsoft.com/office/officeart/2005/8/layout/vList5"/>
    <dgm:cxn modelId="{7E9B7E0F-5F46-9E48-85D7-58277C849991}" type="presParOf" srcId="{83B2442F-D1F8-EE47-B729-545245810C0B}" destId="{2FAD0FA7-89C0-EF4F-AAA8-7269904769B8}" srcOrd="3" destOrd="0" presId="urn:microsoft.com/office/officeart/2005/8/layout/vList5"/>
    <dgm:cxn modelId="{95276AC1-087E-C84C-823E-24F74CB48E83}" type="presParOf" srcId="{83B2442F-D1F8-EE47-B729-545245810C0B}" destId="{431E2F39-121F-3048-A440-81B90CD84043}" srcOrd="4" destOrd="0" presId="urn:microsoft.com/office/officeart/2005/8/layout/vList5"/>
    <dgm:cxn modelId="{917C1D55-3941-EF49-987E-E8FB4410E57E}" type="presParOf" srcId="{431E2F39-121F-3048-A440-81B90CD84043}" destId="{97B6A354-4680-1547-B75A-DC5B6D872305}" srcOrd="0" destOrd="0" presId="urn:microsoft.com/office/officeart/2005/8/layout/vList5"/>
    <dgm:cxn modelId="{E0D94045-0019-1245-978C-CB9C9586F4BE}" type="presParOf" srcId="{431E2F39-121F-3048-A440-81B90CD84043}" destId="{021E9FE3-630F-A349-961A-B53D47EE59F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A7F983C-783B-4920-A216-0E17C94F2E1C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9EDED64-A793-47CB-9041-05E9A96EAF52}">
      <dgm:prSet/>
      <dgm:spPr/>
      <dgm:t>
        <a:bodyPr/>
        <a:lstStyle/>
        <a:p>
          <a:r>
            <a:rPr lang="en-US"/>
            <a:t>XGBoost was the chosen model because prior research and literature show that XGBoost performs well on fraud detection tasks</a:t>
          </a:r>
        </a:p>
      </dgm:t>
    </dgm:pt>
    <dgm:pt modelId="{E3B14512-03AF-464E-8CD8-6BEE4A59E4C5}" type="parTrans" cxnId="{3E6944D1-676C-4544-9642-1589D6FB3389}">
      <dgm:prSet/>
      <dgm:spPr/>
      <dgm:t>
        <a:bodyPr/>
        <a:lstStyle/>
        <a:p>
          <a:endParaRPr lang="en-US"/>
        </a:p>
      </dgm:t>
    </dgm:pt>
    <dgm:pt modelId="{DF962676-866F-4DA6-BDC5-0E4A6BBF00F3}" type="sibTrans" cxnId="{3E6944D1-676C-4544-9642-1589D6FB3389}">
      <dgm:prSet/>
      <dgm:spPr/>
      <dgm:t>
        <a:bodyPr/>
        <a:lstStyle/>
        <a:p>
          <a:endParaRPr lang="en-US"/>
        </a:p>
      </dgm:t>
    </dgm:pt>
    <dgm:pt modelId="{877B90FA-6747-4DF3-BE74-3F851AEA7153}">
      <dgm:prSet/>
      <dgm:spPr/>
      <dgm:t>
        <a:bodyPr/>
        <a:lstStyle/>
        <a:p>
          <a:r>
            <a:rPr lang="en-US"/>
            <a:t>The model uses patterns in historical data to make highly accurate predictions on new transactions</a:t>
          </a:r>
        </a:p>
      </dgm:t>
    </dgm:pt>
    <dgm:pt modelId="{277A171C-E995-4D71-870F-11D1A3401830}" type="parTrans" cxnId="{123017A7-D354-4BA3-B33E-69C911EFD0C6}">
      <dgm:prSet/>
      <dgm:spPr/>
      <dgm:t>
        <a:bodyPr/>
        <a:lstStyle/>
        <a:p>
          <a:endParaRPr lang="en-US"/>
        </a:p>
      </dgm:t>
    </dgm:pt>
    <dgm:pt modelId="{20ECA944-E805-4837-8737-6FBDFC503179}" type="sibTrans" cxnId="{123017A7-D354-4BA3-B33E-69C911EFD0C6}">
      <dgm:prSet/>
      <dgm:spPr/>
      <dgm:t>
        <a:bodyPr/>
        <a:lstStyle/>
        <a:p>
          <a:endParaRPr lang="en-US"/>
        </a:p>
      </dgm:t>
    </dgm:pt>
    <dgm:pt modelId="{99DFB807-FC15-104A-BD46-497C9D9F8122}" type="pres">
      <dgm:prSet presAssocID="{1A7F983C-783B-4920-A216-0E17C94F2E1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5BD3BF2-2593-0442-87DE-0F822A61BE7A}" type="pres">
      <dgm:prSet presAssocID="{E9EDED64-A793-47CB-9041-05E9A96EAF52}" presName="hierRoot1" presStyleCnt="0"/>
      <dgm:spPr/>
    </dgm:pt>
    <dgm:pt modelId="{ABBB39A0-78E6-4F42-83B1-BE7CE0967AFF}" type="pres">
      <dgm:prSet presAssocID="{E9EDED64-A793-47CB-9041-05E9A96EAF52}" presName="composite" presStyleCnt="0"/>
      <dgm:spPr/>
    </dgm:pt>
    <dgm:pt modelId="{407194E2-783A-9B45-BD6F-04CD16AD70D4}" type="pres">
      <dgm:prSet presAssocID="{E9EDED64-A793-47CB-9041-05E9A96EAF52}" presName="background" presStyleLbl="node0" presStyleIdx="0" presStyleCnt="2"/>
      <dgm:spPr/>
    </dgm:pt>
    <dgm:pt modelId="{15E25EF8-357C-F640-9CB7-4223AA07294F}" type="pres">
      <dgm:prSet presAssocID="{E9EDED64-A793-47CB-9041-05E9A96EAF52}" presName="text" presStyleLbl="fgAcc0" presStyleIdx="0" presStyleCnt="2">
        <dgm:presLayoutVars>
          <dgm:chPref val="3"/>
        </dgm:presLayoutVars>
      </dgm:prSet>
      <dgm:spPr/>
    </dgm:pt>
    <dgm:pt modelId="{79D63CFC-E0CC-9143-B408-591EF304AC29}" type="pres">
      <dgm:prSet presAssocID="{E9EDED64-A793-47CB-9041-05E9A96EAF52}" presName="hierChild2" presStyleCnt="0"/>
      <dgm:spPr/>
    </dgm:pt>
    <dgm:pt modelId="{276AF3EB-1CC8-0240-9DEC-5E1CB6A054ED}" type="pres">
      <dgm:prSet presAssocID="{877B90FA-6747-4DF3-BE74-3F851AEA7153}" presName="hierRoot1" presStyleCnt="0"/>
      <dgm:spPr/>
    </dgm:pt>
    <dgm:pt modelId="{7B17EA3D-5F4B-3D43-A65F-654DE46E1F85}" type="pres">
      <dgm:prSet presAssocID="{877B90FA-6747-4DF3-BE74-3F851AEA7153}" presName="composite" presStyleCnt="0"/>
      <dgm:spPr/>
    </dgm:pt>
    <dgm:pt modelId="{F8F1859B-7AB9-8F4F-B0D9-642D15BB3B39}" type="pres">
      <dgm:prSet presAssocID="{877B90FA-6747-4DF3-BE74-3F851AEA7153}" presName="background" presStyleLbl="node0" presStyleIdx="1" presStyleCnt="2"/>
      <dgm:spPr/>
    </dgm:pt>
    <dgm:pt modelId="{3EE69F49-7800-D948-8C7B-8F86D9BE2A7D}" type="pres">
      <dgm:prSet presAssocID="{877B90FA-6747-4DF3-BE74-3F851AEA7153}" presName="text" presStyleLbl="fgAcc0" presStyleIdx="1" presStyleCnt="2">
        <dgm:presLayoutVars>
          <dgm:chPref val="3"/>
        </dgm:presLayoutVars>
      </dgm:prSet>
      <dgm:spPr/>
    </dgm:pt>
    <dgm:pt modelId="{564F5628-43B8-7148-B9D8-AAD49F211C31}" type="pres">
      <dgm:prSet presAssocID="{877B90FA-6747-4DF3-BE74-3F851AEA7153}" presName="hierChild2" presStyleCnt="0"/>
      <dgm:spPr/>
    </dgm:pt>
  </dgm:ptLst>
  <dgm:cxnLst>
    <dgm:cxn modelId="{51B3305D-240B-E845-896F-294C3CA16C5C}" type="presOf" srcId="{1A7F983C-783B-4920-A216-0E17C94F2E1C}" destId="{99DFB807-FC15-104A-BD46-497C9D9F8122}" srcOrd="0" destOrd="0" presId="urn:microsoft.com/office/officeart/2005/8/layout/hierarchy1"/>
    <dgm:cxn modelId="{D0D7FA69-455F-B846-A70D-54ADB9790493}" type="presOf" srcId="{877B90FA-6747-4DF3-BE74-3F851AEA7153}" destId="{3EE69F49-7800-D948-8C7B-8F86D9BE2A7D}" srcOrd="0" destOrd="0" presId="urn:microsoft.com/office/officeart/2005/8/layout/hierarchy1"/>
    <dgm:cxn modelId="{123017A7-D354-4BA3-B33E-69C911EFD0C6}" srcId="{1A7F983C-783B-4920-A216-0E17C94F2E1C}" destId="{877B90FA-6747-4DF3-BE74-3F851AEA7153}" srcOrd="1" destOrd="0" parTransId="{277A171C-E995-4D71-870F-11D1A3401830}" sibTransId="{20ECA944-E805-4837-8737-6FBDFC503179}"/>
    <dgm:cxn modelId="{3E6944D1-676C-4544-9642-1589D6FB3389}" srcId="{1A7F983C-783B-4920-A216-0E17C94F2E1C}" destId="{E9EDED64-A793-47CB-9041-05E9A96EAF52}" srcOrd="0" destOrd="0" parTransId="{E3B14512-03AF-464E-8CD8-6BEE4A59E4C5}" sibTransId="{DF962676-866F-4DA6-BDC5-0E4A6BBF00F3}"/>
    <dgm:cxn modelId="{0861F2D5-3892-0A40-9744-3D1A6E333764}" type="presOf" srcId="{E9EDED64-A793-47CB-9041-05E9A96EAF52}" destId="{15E25EF8-357C-F640-9CB7-4223AA07294F}" srcOrd="0" destOrd="0" presId="urn:microsoft.com/office/officeart/2005/8/layout/hierarchy1"/>
    <dgm:cxn modelId="{D8135081-5CC3-8440-BA0D-6EB143AEF879}" type="presParOf" srcId="{99DFB807-FC15-104A-BD46-497C9D9F8122}" destId="{A5BD3BF2-2593-0442-87DE-0F822A61BE7A}" srcOrd="0" destOrd="0" presId="urn:microsoft.com/office/officeart/2005/8/layout/hierarchy1"/>
    <dgm:cxn modelId="{4DBB1E92-16CE-BD4F-A0E8-A78028DA5EC5}" type="presParOf" srcId="{A5BD3BF2-2593-0442-87DE-0F822A61BE7A}" destId="{ABBB39A0-78E6-4F42-83B1-BE7CE0967AFF}" srcOrd="0" destOrd="0" presId="urn:microsoft.com/office/officeart/2005/8/layout/hierarchy1"/>
    <dgm:cxn modelId="{F329A05B-2520-EF4D-AA37-039451CEEA82}" type="presParOf" srcId="{ABBB39A0-78E6-4F42-83B1-BE7CE0967AFF}" destId="{407194E2-783A-9B45-BD6F-04CD16AD70D4}" srcOrd="0" destOrd="0" presId="urn:microsoft.com/office/officeart/2005/8/layout/hierarchy1"/>
    <dgm:cxn modelId="{F27DAEB3-C260-BC4D-AF91-C6E50F2A257C}" type="presParOf" srcId="{ABBB39A0-78E6-4F42-83B1-BE7CE0967AFF}" destId="{15E25EF8-357C-F640-9CB7-4223AA07294F}" srcOrd="1" destOrd="0" presId="urn:microsoft.com/office/officeart/2005/8/layout/hierarchy1"/>
    <dgm:cxn modelId="{497B1CAD-59CD-5046-9104-D8EDBC4F4B08}" type="presParOf" srcId="{A5BD3BF2-2593-0442-87DE-0F822A61BE7A}" destId="{79D63CFC-E0CC-9143-B408-591EF304AC29}" srcOrd="1" destOrd="0" presId="urn:microsoft.com/office/officeart/2005/8/layout/hierarchy1"/>
    <dgm:cxn modelId="{40F65F31-B71F-FF4F-96D5-0782F8A7B86A}" type="presParOf" srcId="{99DFB807-FC15-104A-BD46-497C9D9F8122}" destId="{276AF3EB-1CC8-0240-9DEC-5E1CB6A054ED}" srcOrd="1" destOrd="0" presId="urn:microsoft.com/office/officeart/2005/8/layout/hierarchy1"/>
    <dgm:cxn modelId="{E5E549A8-BB18-5B44-998E-191588A9FB52}" type="presParOf" srcId="{276AF3EB-1CC8-0240-9DEC-5E1CB6A054ED}" destId="{7B17EA3D-5F4B-3D43-A65F-654DE46E1F85}" srcOrd="0" destOrd="0" presId="urn:microsoft.com/office/officeart/2005/8/layout/hierarchy1"/>
    <dgm:cxn modelId="{4921593A-FBAB-034A-AFB7-320E4CDE1DA5}" type="presParOf" srcId="{7B17EA3D-5F4B-3D43-A65F-654DE46E1F85}" destId="{F8F1859B-7AB9-8F4F-B0D9-642D15BB3B39}" srcOrd="0" destOrd="0" presId="urn:microsoft.com/office/officeart/2005/8/layout/hierarchy1"/>
    <dgm:cxn modelId="{F5C8B4F2-3E2F-7B43-8413-055CAD902F75}" type="presParOf" srcId="{7B17EA3D-5F4B-3D43-A65F-654DE46E1F85}" destId="{3EE69F49-7800-D948-8C7B-8F86D9BE2A7D}" srcOrd="1" destOrd="0" presId="urn:microsoft.com/office/officeart/2005/8/layout/hierarchy1"/>
    <dgm:cxn modelId="{1A0410DB-74EA-6A4F-99A4-EC7357F17ABA}" type="presParOf" srcId="{276AF3EB-1CC8-0240-9DEC-5E1CB6A054ED}" destId="{564F5628-43B8-7148-B9D8-AAD49F211C3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480684B-6EBD-4439-B7BA-542F2A2D7756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0C336B4-1CD3-4ACF-994B-4F0B2D73D210}">
      <dgm:prSet custT="1"/>
      <dgm:spPr/>
      <dgm:t>
        <a:bodyPr/>
        <a:lstStyle/>
        <a:p>
          <a:pPr>
            <a:defRPr b="1"/>
          </a:pPr>
          <a:r>
            <a:rPr lang="en-US" sz="2400" dirty="0"/>
            <a:t>Fraud Pattern the Model Flags:</a:t>
          </a:r>
        </a:p>
      </dgm:t>
    </dgm:pt>
    <dgm:pt modelId="{12F5EFF3-B896-4FA8-9602-780B4E3AD1EC}" type="parTrans" cxnId="{ED297183-5CB1-4AB3-98B3-82A8C9CD4675}">
      <dgm:prSet/>
      <dgm:spPr/>
      <dgm:t>
        <a:bodyPr/>
        <a:lstStyle/>
        <a:p>
          <a:endParaRPr lang="en-US"/>
        </a:p>
      </dgm:t>
    </dgm:pt>
    <dgm:pt modelId="{D0DE4953-E14E-4870-9C66-55B5A84F2476}" type="sibTrans" cxnId="{ED297183-5CB1-4AB3-98B3-82A8C9CD4675}">
      <dgm:prSet/>
      <dgm:spPr/>
      <dgm:t>
        <a:bodyPr/>
        <a:lstStyle/>
        <a:p>
          <a:endParaRPr lang="en-US"/>
        </a:p>
      </dgm:t>
    </dgm:pt>
    <dgm:pt modelId="{4F59C608-7C71-44AC-A565-D50AE50E54AF}">
      <dgm:prSet/>
      <dgm:spPr/>
      <dgm:t>
        <a:bodyPr/>
        <a:lstStyle/>
        <a:p>
          <a:r>
            <a:rPr lang="en-US" dirty="0"/>
            <a:t>- Overseas transactions that are unusual for the customer</a:t>
          </a:r>
        </a:p>
      </dgm:t>
    </dgm:pt>
    <dgm:pt modelId="{876E9FFA-E54D-424C-9FE3-C4FC215F7DF4}" type="parTrans" cxnId="{43D92209-E102-43D1-81B2-3E448966BF6F}">
      <dgm:prSet/>
      <dgm:spPr/>
      <dgm:t>
        <a:bodyPr/>
        <a:lstStyle/>
        <a:p>
          <a:endParaRPr lang="en-US"/>
        </a:p>
      </dgm:t>
    </dgm:pt>
    <dgm:pt modelId="{0A8AF28B-3366-4B8D-BECB-4D5F99A9BE91}" type="sibTrans" cxnId="{43D92209-E102-43D1-81B2-3E448966BF6F}">
      <dgm:prSet/>
      <dgm:spPr/>
      <dgm:t>
        <a:bodyPr/>
        <a:lstStyle/>
        <a:p>
          <a:endParaRPr lang="en-US"/>
        </a:p>
      </dgm:t>
    </dgm:pt>
    <dgm:pt modelId="{5FBCA468-43B6-4B96-8ED8-E2C05EFA738E}">
      <dgm:prSet/>
      <dgm:spPr/>
      <dgm:t>
        <a:bodyPr/>
        <a:lstStyle/>
        <a:p>
          <a:r>
            <a:rPr lang="en-US" dirty="0"/>
            <a:t>- Helps end users quickly spot high-risk activity that often indicates compromised cards</a:t>
          </a:r>
        </a:p>
      </dgm:t>
    </dgm:pt>
    <dgm:pt modelId="{38AE8FA8-9791-424B-857D-324AF7BFC80A}" type="parTrans" cxnId="{5ED20784-14C1-4F7E-9838-8AFD59CF10F5}">
      <dgm:prSet/>
      <dgm:spPr/>
      <dgm:t>
        <a:bodyPr/>
        <a:lstStyle/>
        <a:p>
          <a:endParaRPr lang="en-US"/>
        </a:p>
      </dgm:t>
    </dgm:pt>
    <dgm:pt modelId="{8EFA1FF4-1AB8-42CE-848E-BC1559928C7A}" type="sibTrans" cxnId="{5ED20784-14C1-4F7E-9838-8AFD59CF10F5}">
      <dgm:prSet/>
      <dgm:spPr/>
      <dgm:t>
        <a:bodyPr/>
        <a:lstStyle/>
        <a:p>
          <a:endParaRPr lang="en-US"/>
        </a:p>
      </dgm:t>
    </dgm:pt>
    <dgm:pt modelId="{60C2702C-244F-4AEB-B224-4CA23B2C72DA}">
      <dgm:prSet/>
      <dgm:spPr/>
      <dgm:t>
        <a:bodyPr/>
        <a:lstStyle/>
        <a:p>
          <a:pPr>
            <a:defRPr b="1"/>
          </a:pPr>
          <a:r>
            <a:rPr lang="en-US" dirty="0"/>
            <a:t>Legitimate Pattern the Model Avoids Flagging</a:t>
          </a:r>
        </a:p>
      </dgm:t>
    </dgm:pt>
    <dgm:pt modelId="{89DE034E-8574-4D0A-A6C4-7F1A91A5B3EC}" type="parTrans" cxnId="{494F2CC6-D108-42A2-8729-3B2B22240F58}">
      <dgm:prSet/>
      <dgm:spPr/>
      <dgm:t>
        <a:bodyPr/>
        <a:lstStyle/>
        <a:p>
          <a:endParaRPr lang="en-US"/>
        </a:p>
      </dgm:t>
    </dgm:pt>
    <dgm:pt modelId="{FF8B88C8-4DA5-4F4F-B8BE-A4CB1C386649}" type="sibTrans" cxnId="{494F2CC6-D108-42A2-8729-3B2B22240F58}">
      <dgm:prSet/>
      <dgm:spPr/>
      <dgm:t>
        <a:bodyPr/>
        <a:lstStyle/>
        <a:p>
          <a:endParaRPr lang="en-US"/>
        </a:p>
      </dgm:t>
    </dgm:pt>
    <dgm:pt modelId="{91068EB1-F15D-428F-858E-938B915B1806}">
      <dgm:prSet/>
      <dgm:spPr/>
      <dgm:t>
        <a:bodyPr/>
        <a:lstStyle/>
        <a:p>
          <a:r>
            <a:rPr lang="en-US" dirty="0"/>
            <a:t>- Small local purchases, which are typically part of normal customer behavior</a:t>
          </a:r>
        </a:p>
      </dgm:t>
    </dgm:pt>
    <dgm:pt modelId="{33229FB6-F228-40FB-8475-7E6A252F2224}" type="parTrans" cxnId="{D72E5C99-547F-4C27-9095-DB48EC0810BC}">
      <dgm:prSet/>
      <dgm:spPr/>
      <dgm:t>
        <a:bodyPr/>
        <a:lstStyle/>
        <a:p>
          <a:endParaRPr lang="en-US"/>
        </a:p>
      </dgm:t>
    </dgm:pt>
    <dgm:pt modelId="{EDC522CA-8536-4924-83F0-73537482F6EB}" type="sibTrans" cxnId="{D72E5C99-547F-4C27-9095-DB48EC0810BC}">
      <dgm:prSet/>
      <dgm:spPr/>
      <dgm:t>
        <a:bodyPr/>
        <a:lstStyle/>
        <a:p>
          <a:endParaRPr lang="en-US"/>
        </a:p>
      </dgm:t>
    </dgm:pt>
    <dgm:pt modelId="{A89798EA-54ED-42C1-888B-AE582F0560F9}">
      <dgm:prSet/>
      <dgm:spPr/>
      <dgm:t>
        <a:bodyPr/>
        <a:lstStyle/>
        <a:p>
          <a:r>
            <a:rPr lang="en-US" dirty="0"/>
            <a:t>- Reduces unnecessary alerts and customer inconvenience</a:t>
          </a:r>
        </a:p>
      </dgm:t>
    </dgm:pt>
    <dgm:pt modelId="{38314012-F764-4ABF-B628-794541D9562E}" type="parTrans" cxnId="{E5FE6AD2-BB70-4787-8EA1-250FAC4061C4}">
      <dgm:prSet/>
      <dgm:spPr/>
      <dgm:t>
        <a:bodyPr/>
        <a:lstStyle/>
        <a:p>
          <a:endParaRPr lang="en-US"/>
        </a:p>
      </dgm:t>
    </dgm:pt>
    <dgm:pt modelId="{42824913-EBAB-497E-ACFA-802B75E07F56}" type="sibTrans" cxnId="{E5FE6AD2-BB70-4787-8EA1-250FAC4061C4}">
      <dgm:prSet/>
      <dgm:spPr/>
      <dgm:t>
        <a:bodyPr/>
        <a:lstStyle/>
        <a:p>
          <a:endParaRPr lang="en-US"/>
        </a:p>
      </dgm:t>
    </dgm:pt>
    <dgm:pt modelId="{111428EB-589C-4ADF-B455-3D85D107C2FF}">
      <dgm:prSet/>
      <dgm:spPr/>
      <dgm:t>
        <a:bodyPr/>
        <a:lstStyle/>
        <a:p>
          <a:pPr>
            <a:defRPr b="1"/>
          </a:pPr>
          <a:r>
            <a:rPr lang="en-US"/>
            <a:t>Input End Users Care About Most</a:t>
          </a:r>
        </a:p>
      </dgm:t>
    </dgm:pt>
    <dgm:pt modelId="{47F2CA95-DA02-4B3A-BCB5-95B8E3004AC4}" type="parTrans" cxnId="{1D7FE998-49A0-4D3D-BA4B-4EB01D01589C}">
      <dgm:prSet/>
      <dgm:spPr/>
      <dgm:t>
        <a:bodyPr/>
        <a:lstStyle/>
        <a:p>
          <a:endParaRPr lang="en-US"/>
        </a:p>
      </dgm:t>
    </dgm:pt>
    <dgm:pt modelId="{C9120F6F-8CD3-4DC9-B1F9-CE35CBF63765}" type="sibTrans" cxnId="{1D7FE998-49A0-4D3D-BA4B-4EB01D01589C}">
      <dgm:prSet/>
      <dgm:spPr/>
      <dgm:t>
        <a:bodyPr/>
        <a:lstStyle/>
        <a:p>
          <a:endParaRPr lang="en-US"/>
        </a:p>
      </dgm:t>
    </dgm:pt>
    <dgm:pt modelId="{2223212A-92D7-4E72-9370-972637EDDD64}">
      <dgm:prSet/>
      <dgm:spPr/>
      <dgm:t>
        <a:bodyPr/>
        <a:lstStyle/>
        <a:p>
          <a:r>
            <a:rPr lang="en-US" dirty="0"/>
            <a:t>Location. This aligns with the factors employees already use when manually evaluating transactions.</a:t>
          </a:r>
        </a:p>
      </dgm:t>
    </dgm:pt>
    <dgm:pt modelId="{3F299090-95B4-4D3E-A925-3A4194B17089}" type="parTrans" cxnId="{6ED7EA52-7BCC-4F90-B289-6D2EFEB35447}">
      <dgm:prSet/>
      <dgm:spPr/>
      <dgm:t>
        <a:bodyPr/>
        <a:lstStyle/>
        <a:p>
          <a:endParaRPr lang="en-US"/>
        </a:p>
      </dgm:t>
    </dgm:pt>
    <dgm:pt modelId="{ACFE85D3-F950-49BF-ABEB-EECF8DCE934E}" type="sibTrans" cxnId="{6ED7EA52-7BCC-4F90-B289-6D2EFEB35447}">
      <dgm:prSet/>
      <dgm:spPr/>
      <dgm:t>
        <a:bodyPr/>
        <a:lstStyle/>
        <a:p>
          <a:endParaRPr lang="en-US"/>
        </a:p>
      </dgm:t>
    </dgm:pt>
    <dgm:pt modelId="{4ECD803C-B721-4366-8D07-481CFBAD740E}" type="pres">
      <dgm:prSet presAssocID="{8480684B-6EBD-4439-B7BA-542F2A2D7756}" presName="root" presStyleCnt="0">
        <dgm:presLayoutVars>
          <dgm:dir/>
          <dgm:resizeHandles val="exact"/>
        </dgm:presLayoutVars>
      </dgm:prSet>
      <dgm:spPr/>
    </dgm:pt>
    <dgm:pt modelId="{9A002EB9-7093-4A8D-839A-5A368F48048F}" type="pres">
      <dgm:prSet presAssocID="{30C336B4-1CD3-4ACF-994B-4F0B2D73D210}" presName="compNode" presStyleCnt="0"/>
      <dgm:spPr/>
    </dgm:pt>
    <dgm:pt modelId="{9DA8668B-FF32-4B25-907B-BF58C876DFB0}" type="pres">
      <dgm:prSet presAssocID="{30C336B4-1CD3-4ACF-994B-4F0B2D73D210}" presName="iconRect" presStyleLbl="node1" presStyleIdx="0" presStyleCnt="3" custLinFactNeighborX="-235" custLinFactNeighborY="-195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g"/>
        </a:ext>
      </dgm:extLst>
    </dgm:pt>
    <dgm:pt modelId="{6A9CE0EC-5896-4CAF-AF3B-56688D88ED07}" type="pres">
      <dgm:prSet presAssocID="{30C336B4-1CD3-4ACF-994B-4F0B2D73D210}" presName="iconSpace" presStyleCnt="0"/>
      <dgm:spPr/>
    </dgm:pt>
    <dgm:pt modelId="{925F677C-0C06-435E-825F-86C2AB014C0F}" type="pres">
      <dgm:prSet presAssocID="{30C336B4-1CD3-4ACF-994B-4F0B2D73D210}" presName="parTx" presStyleLbl="revTx" presStyleIdx="0" presStyleCnt="6">
        <dgm:presLayoutVars>
          <dgm:chMax val="0"/>
          <dgm:chPref val="0"/>
        </dgm:presLayoutVars>
      </dgm:prSet>
      <dgm:spPr/>
    </dgm:pt>
    <dgm:pt modelId="{E4E95734-4366-416D-A33F-4013AD5F33DD}" type="pres">
      <dgm:prSet presAssocID="{30C336B4-1CD3-4ACF-994B-4F0B2D73D210}" presName="txSpace" presStyleCnt="0"/>
      <dgm:spPr/>
    </dgm:pt>
    <dgm:pt modelId="{98F7AF5D-0E69-4FC3-A2EB-8A2909B93FDB}" type="pres">
      <dgm:prSet presAssocID="{30C336B4-1CD3-4ACF-994B-4F0B2D73D210}" presName="desTx" presStyleLbl="revTx" presStyleIdx="1" presStyleCnt="6">
        <dgm:presLayoutVars/>
      </dgm:prSet>
      <dgm:spPr/>
    </dgm:pt>
    <dgm:pt modelId="{AA5BB39F-BC1A-4DC0-8C96-46BF56854705}" type="pres">
      <dgm:prSet presAssocID="{D0DE4953-E14E-4870-9C66-55B5A84F2476}" presName="sibTrans" presStyleCnt="0"/>
      <dgm:spPr/>
    </dgm:pt>
    <dgm:pt modelId="{1479AB6B-E0FE-4145-AF99-68E91B935B1C}" type="pres">
      <dgm:prSet presAssocID="{60C2702C-244F-4AEB-B224-4CA23B2C72DA}" presName="compNode" presStyleCnt="0"/>
      <dgm:spPr/>
    </dgm:pt>
    <dgm:pt modelId="{70985D90-F53E-433D-9B05-32522B2AF5AD}" type="pres">
      <dgm:prSet presAssocID="{60C2702C-244F-4AEB-B224-4CA23B2C72DA}" presName="iconRect" presStyleLbl="node1" presStyleIdx="1" presStyleCnt="3" custLinFactNeighborX="1348" custLinFactNeighborY="-195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803B8C2A-D412-47BA-8BE7-707CBCE9C913}" type="pres">
      <dgm:prSet presAssocID="{60C2702C-244F-4AEB-B224-4CA23B2C72DA}" presName="iconSpace" presStyleCnt="0"/>
      <dgm:spPr/>
    </dgm:pt>
    <dgm:pt modelId="{87E74551-D002-4376-AEB2-C43F7D7A4399}" type="pres">
      <dgm:prSet presAssocID="{60C2702C-244F-4AEB-B224-4CA23B2C72DA}" presName="parTx" presStyleLbl="revTx" presStyleIdx="2" presStyleCnt="6">
        <dgm:presLayoutVars>
          <dgm:chMax val="0"/>
          <dgm:chPref val="0"/>
        </dgm:presLayoutVars>
      </dgm:prSet>
      <dgm:spPr/>
    </dgm:pt>
    <dgm:pt modelId="{E59FE273-1A98-4434-8D53-AA86DA7C0192}" type="pres">
      <dgm:prSet presAssocID="{60C2702C-244F-4AEB-B224-4CA23B2C72DA}" presName="txSpace" presStyleCnt="0"/>
      <dgm:spPr/>
    </dgm:pt>
    <dgm:pt modelId="{4F8EADF7-AC6E-4611-8D06-4EA69F38673D}" type="pres">
      <dgm:prSet presAssocID="{60C2702C-244F-4AEB-B224-4CA23B2C72DA}" presName="desTx" presStyleLbl="revTx" presStyleIdx="3" presStyleCnt="6">
        <dgm:presLayoutVars/>
      </dgm:prSet>
      <dgm:spPr/>
    </dgm:pt>
    <dgm:pt modelId="{6F432272-CA31-4D8E-BA70-B8FFD88719B8}" type="pres">
      <dgm:prSet presAssocID="{FF8B88C8-4DA5-4F4F-B8BE-A4CB1C386649}" presName="sibTrans" presStyleCnt="0"/>
      <dgm:spPr/>
    </dgm:pt>
    <dgm:pt modelId="{24A7EFA9-E91E-41E0-B610-256B30AE93E7}" type="pres">
      <dgm:prSet presAssocID="{111428EB-589C-4ADF-B455-3D85D107C2FF}" presName="compNode" presStyleCnt="0"/>
      <dgm:spPr/>
    </dgm:pt>
    <dgm:pt modelId="{32D23086-8135-41BF-B932-240502195C16}" type="pres">
      <dgm:prSet presAssocID="{111428EB-589C-4ADF-B455-3D85D107C2F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47E4DC05-72AC-4DC8-8241-88CB4737CF19}" type="pres">
      <dgm:prSet presAssocID="{111428EB-589C-4ADF-B455-3D85D107C2FF}" presName="iconSpace" presStyleCnt="0"/>
      <dgm:spPr/>
    </dgm:pt>
    <dgm:pt modelId="{7E440106-A1D1-42B6-9924-10E42E84B9E1}" type="pres">
      <dgm:prSet presAssocID="{111428EB-589C-4ADF-B455-3D85D107C2FF}" presName="parTx" presStyleLbl="revTx" presStyleIdx="4" presStyleCnt="6">
        <dgm:presLayoutVars>
          <dgm:chMax val="0"/>
          <dgm:chPref val="0"/>
        </dgm:presLayoutVars>
      </dgm:prSet>
      <dgm:spPr/>
    </dgm:pt>
    <dgm:pt modelId="{809C12EF-C2D7-4E60-9BD7-3E8658C7A0A0}" type="pres">
      <dgm:prSet presAssocID="{111428EB-589C-4ADF-B455-3D85D107C2FF}" presName="txSpace" presStyleCnt="0"/>
      <dgm:spPr/>
    </dgm:pt>
    <dgm:pt modelId="{3FF82C8C-EBAC-4E7A-9CCA-B9F73198FB73}" type="pres">
      <dgm:prSet presAssocID="{111428EB-589C-4ADF-B455-3D85D107C2FF}" presName="desTx" presStyleLbl="revTx" presStyleIdx="5" presStyleCnt="6">
        <dgm:presLayoutVars/>
      </dgm:prSet>
      <dgm:spPr/>
    </dgm:pt>
  </dgm:ptLst>
  <dgm:cxnLst>
    <dgm:cxn modelId="{401EB706-202A-4B90-9861-6DAB02ED9C72}" type="presOf" srcId="{91068EB1-F15D-428F-858E-938B915B1806}" destId="{4F8EADF7-AC6E-4611-8D06-4EA69F38673D}" srcOrd="0" destOrd="0" presId="urn:microsoft.com/office/officeart/2018/2/layout/IconLabelDescriptionList"/>
    <dgm:cxn modelId="{43D92209-E102-43D1-81B2-3E448966BF6F}" srcId="{30C336B4-1CD3-4ACF-994B-4F0B2D73D210}" destId="{4F59C608-7C71-44AC-A565-D50AE50E54AF}" srcOrd="0" destOrd="0" parTransId="{876E9FFA-E54D-424C-9FE3-C4FC215F7DF4}" sibTransId="{0A8AF28B-3366-4B8D-BECB-4D5F99A9BE91}"/>
    <dgm:cxn modelId="{2F505833-5A8B-4957-8ECB-399C62EC7FCE}" type="presOf" srcId="{4F59C608-7C71-44AC-A565-D50AE50E54AF}" destId="{98F7AF5D-0E69-4FC3-A2EB-8A2909B93FDB}" srcOrd="0" destOrd="0" presId="urn:microsoft.com/office/officeart/2018/2/layout/IconLabelDescriptionList"/>
    <dgm:cxn modelId="{6ED7EA52-7BCC-4F90-B289-6D2EFEB35447}" srcId="{111428EB-589C-4ADF-B455-3D85D107C2FF}" destId="{2223212A-92D7-4E72-9370-972637EDDD64}" srcOrd="0" destOrd="0" parTransId="{3F299090-95B4-4D3E-A925-3A4194B17089}" sibTransId="{ACFE85D3-F950-49BF-ABEB-EECF8DCE934E}"/>
    <dgm:cxn modelId="{BEE0FD5C-8A8C-4373-B06A-1640D31498C8}" type="presOf" srcId="{A89798EA-54ED-42C1-888B-AE582F0560F9}" destId="{4F8EADF7-AC6E-4611-8D06-4EA69F38673D}" srcOrd="0" destOrd="1" presId="urn:microsoft.com/office/officeart/2018/2/layout/IconLabelDescriptionList"/>
    <dgm:cxn modelId="{34390377-B39F-4B05-A371-488459437E3C}" type="presOf" srcId="{2223212A-92D7-4E72-9370-972637EDDD64}" destId="{3FF82C8C-EBAC-4E7A-9CCA-B9F73198FB73}" srcOrd="0" destOrd="0" presId="urn:microsoft.com/office/officeart/2018/2/layout/IconLabelDescriptionList"/>
    <dgm:cxn modelId="{ED297183-5CB1-4AB3-98B3-82A8C9CD4675}" srcId="{8480684B-6EBD-4439-B7BA-542F2A2D7756}" destId="{30C336B4-1CD3-4ACF-994B-4F0B2D73D210}" srcOrd="0" destOrd="0" parTransId="{12F5EFF3-B896-4FA8-9602-780B4E3AD1EC}" sibTransId="{D0DE4953-E14E-4870-9C66-55B5A84F2476}"/>
    <dgm:cxn modelId="{5ED20784-14C1-4F7E-9838-8AFD59CF10F5}" srcId="{30C336B4-1CD3-4ACF-994B-4F0B2D73D210}" destId="{5FBCA468-43B6-4B96-8ED8-E2C05EFA738E}" srcOrd="1" destOrd="0" parTransId="{38AE8FA8-9791-424B-857D-324AF7BFC80A}" sibTransId="{8EFA1FF4-1AB8-42CE-848E-BC1559928C7A}"/>
    <dgm:cxn modelId="{1D7FE998-49A0-4D3D-BA4B-4EB01D01589C}" srcId="{8480684B-6EBD-4439-B7BA-542F2A2D7756}" destId="{111428EB-589C-4ADF-B455-3D85D107C2FF}" srcOrd="2" destOrd="0" parTransId="{47F2CA95-DA02-4B3A-BCB5-95B8E3004AC4}" sibTransId="{C9120F6F-8CD3-4DC9-B1F9-CE35CBF63765}"/>
    <dgm:cxn modelId="{D72E5C99-547F-4C27-9095-DB48EC0810BC}" srcId="{60C2702C-244F-4AEB-B224-4CA23B2C72DA}" destId="{91068EB1-F15D-428F-858E-938B915B1806}" srcOrd="0" destOrd="0" parTransId="{33229FB6-F228-40FB-8475-7E6A252F2224}" sibTransId="{EDC522CA-8536-4924-83F0-73537482F6EB}"/>
    <dgm:cxn modelId="{4C7A9799-F52C-46FF-BDBF-38804566A6EB}" type="presOf" srcId="{111428EB-589C-4ADF-B455-3D85D107C2FF}" destId="{7E440106-A1D1-42B6-9924-10E42E84B9E1}" srcOrd="0" destOrd="0" presId="urn:microsoft.com/office/officeart/2018/2/layout/IconLabelDescriptionList"/>
    <dgm:cxn modelId="{5B6B69A2-20D7-4E54-88BB-D754FBB0C32B}" type="presOf" srcId="{8480684B-6EBD-4439-B7BA-542F2A2D7756}" destId="{4ECD803C-B721-4366-8D07-481CFBAD740E}" srcOrd="0" destOrd="0" presId="urn:microsoft.com/office/officeart/2018/2/layout/IconLabelDescriptionList"/>
    <dgm:cxn modelId="{8AC01CA5-7AC4-4822-BA20-EE99AA581F57}" type="presOf" srcId="{30C336B4-1CD3-4ACF-994B-4F0B2D73D210}" destId="{925F677C-0C06-435E-825F-86C2AB014C0F}" srcOrd="0" destOrd="0" presId="urn:microsoft.com/office/officeart/2018/2/layout/IconLabelDescriptionList"/>
    <dgm:cxn modelId="{494F2CC6-D108-42A2-8729-3B2B22240F58}" srcId="{8480684B-6EBD-4439-B7BA-542F2A2D7756}" destId="{60C2702C-244F-4AEB-B224-4CA23B2C72DA}" srcOrd="1" destOrd="0" parTransId="{89DE034E-8574-4D0A-A6C4-7F1A91A5B3EC}" sibTransId="{FF8B88C8-4DA5-4F4F-B8BE-A4CB1C386649}"/>
    <dgm:cxn modelId="{E5FE6AD2-BB70-4787-8EA1-250FAC4061C4}" srcId="{60C2702C-244F-4AEB-B224-4CA23B2C72DA}" destId="{A89798EA-54ED-42C1-888B-AE582F0560F9}" srcOrd="1" destOrd="0" parTransId="{38314012-F764-4ABF-B628-794541D9562E}" sibTransId="{42824913-EBAB-497E-ACFA-802B75E07F56}"/>
    <dgm:cxn modelId="{E68FC4EA-793B-4727-BEF7-ED86C032C734}" type="presOf" srcId="{60C2702C-244F-4AEB-B224-4CA23B2C72DA}" destId="{87E74551-D002-4376-AEB2-C43F7D7A4399}" srcOrd="0" destOrd="0" presId="urn:microsoft.com/office/officeart/2018/2/layout/IconLabelDescriptionList"/>
    <dgm:cxn modelId="{CB2E44FC-F451-4577-A1AB-6F0CE56A4487}" type="presOf" srcId="{5FBCA468-43B6-4B96-8ED8-E2C05EFA738E}" destId="{98F7AF5D-0E69-4FC3-A2EB-8A2909B93FDB}" srcOrd="0" destOrd="1" presId="urn:microsoft.com/office/officeart/2018/2/layout/IconLabelDescriptionList"/>
    <dgm:cxn modelId="{E0A114E5-1A86-49B4-A4A8-E89B69EAC45C}" type="presParOf" srcId="{4ECD803C-B721-4366-8D07-481CFBAD740E}" destId="{9A002EB9-7093-4A8D-839A-5A368F48048F}" srcOrd="0" destOrd="0" presId="urn:microsoft.com/office/officeart/2018/2/layout/IconLabelDescriptionList"/>
    <dgm:cxn modelId="{4A0594AC-0CEF-4E4B-B609-8B45CD8E2CDE}" type="presParOf" srcId="{9A002EB9-7093-4A8D-839A-5A368F48048F}" destId="{9DA8668B-FF32-4B25-907B-BF58C876DFB0}" srcOrd="0" destOrd="0" presId="urn:microsoft.com/office/officeart/2018/2/layout/IconLabelDescriptionList"/>
    <dgm:cxn modelId="{0525122E-673F-4819-9988-76E50475BE4B}" type="presParOf" srcId="{9A002EB9-7093-4A8D-839A-5A368F48048F}" destId="{6A9CE0EC-5896-4CAF-AF3B-56688D88ED07}" srcOrd="1" destOrd="0" presId="urn:microsoft.com/office/officeart/2018/2/layout/IconLabelDescriptionList"/>
    <dgm:cxn modelId="{8076370C-E727-401A-8C3D-297D6C3253F5}" type="presParOf" srcId="{9A002EB9-7093-4A8D-839A-5A368F48048F}" destId="{925F677C-0C06-435E-825F-86C2AB014C0F}" srcOrd="2" destOrd="0" presId="urn:microsoft.com/office/officeart/2018/2/layout/IconLabelDescriptionList"/>
    <dgm:cxn modelId="{D12AA45A-94F6-4377-B4D1-743370E13F2B}" type="presParOf" srcId="{9A002EB9-7093-4A8D-839A-5A368F48048F}" destId="{E4E95734-4366-416D-A33F-4013AD5F33DD}" srcOrd="3" destOrd="0" presId="urn:microsoft.com/office/officeart/2018/2/layout/IconLabelDescriptionList"/>
    <dgm:cxn modelId="{7C3EB848-68E0-424D-8DCC-D096B0A05B7F}" type="presParOf" srcId="{9A002EB9-7093-4A8D-839A-5A368F48048F}" destId="{98F7AF5D-0E69-4FC3-A2EB-8A2909B93FDB}" srcOrd="4" destOrd="0" presId="urn:microsoft.com/office/officeart/2018/2/layout/IconLabelDescriptionList"/>
    <dgm:cxn modelId="{450D557B-F1D6-4BCB-98C2-4019027CB27A}" type="presParOf" srcId="{4ECD803C-B721-4366-8D07-481CFBAD740E}" destId="{AA5BB39F-BC1A-4DC0-8C96-46BF56854705}" srcOrd="1" destOrd="0" presId="urn:microsoft.com/office/officeart/2018/2/layout/IconLabelDescriptionList"/>
    <dgm:cxn modelId="{9F52059E-35C6-4746-9FAC-07743689430E}" type="presParOf" srcId="{4ECD803C-B721-4366-8D07-481CFBAD740E}" destId="{1479AB6B-E0FE-4145-AF99-68E91B935B1C}" srcOrd="2" destOrd="0" presId="urn:microsoft.com/office/officeart/2018/2/layout/IconLabelDescriptionList"/>
    <dgm:cxn modelId="{676F3CA1-3774-497B-B173-B099E5D46F06}" type="presParOf" srcId="{1479AB6B-E0FE-4145-AF99-68E91B935B1C}" destId="{70985D90-F53E-433D-9B05-32522B2AF5AD}" srcOrd="0" destOrd="0" presId="urn:microsoft.com/office/officeart/2018/2/layout/IconLabelDescriptionList"/>
    <dgm:cxn modelId="{181E9490-CB83-4E01-8AF2-A52081995FD4}" type="presParOf" srcId="{1479AB6B-E0FE-4145-AF99-68E91B935B1C}" destId="{803B8C2A-D412-47BA-8BE7-707CBCE9C913}" srcOrd="1" destOrd="0" presId="urn:microsoft.com/office/officeart/2018/2/layout/IconLabelDescriptionList"/>
    <dgm:cxn modelId="{EC8D5F0A-6CA4-4494-A6FA-52AF1355898E}" type="presParOf" srcId="{1479AB6B-E0FE-4145-AF99-68E91B935B1C}" destId="{87E74551-D002-4376-AEB2-C43F7D7A4399}" srcOrd="2" destOrd="0" presId="urn:microsoft.com/office/officeart/2018/2/layout/IconLabelDescriptionList"/>
    <dgm:cxn modelId="{24E56F6F-9030-48E2-A980-0F718EB4DC55}" type="presParOf" srcId="{1479AB6B-E0FE-4145-AF99-68E91B935B1C}" destId="{E59FE273-1A98-4434-8D53-AA86DA7C0192}" srcOrd="3" destOrd="0" presId="urn:microsoft.com/office/officeart/2018/2/layout/IconLabelDescriptionList"/>
    <dgm:cxn modelId="{87331114-7962-4543-AA61-1BDE264B3179}" type="presParOf" srcId="{1479AB6B-E0FE-4145-AF99-68E91B935B1C}" destId="{4F8EADF7-AC6E-4611-8D06-4EA69F38673D}" srcOrd="4" destOrd="0" presId="urn:microsoft.com/office/officeart/2018/2/layout/IconLabelDescriptionList"/>
    <dgm:cxn modelId="{FE0D8483-D629-4291-94ED-A3B98204499D}" type="presParOf" srcId="{4ECD803C-B721-4366-8D07-481CFBAD740E}" destId="{6F432272-CA31-4D8E-BA70-B8FFD88719B8}" srcOrd="3" destOrd="0" presId="urn:microsoft.com/office/officeart/2018/2/layout/IconLabelDescriptionList"/>
    <dgm:cxn modelId="{539931BC-AC36-47C6-9BCA-69B83E09C48A}" type="presParOf" srcId="{4ECD803C-B721-4366-8D07-481CFBAD740E}" destId="{24A7EFA9-E91E-41E0-B610-256B30AE93E7}" srcOrd="4" destOrd="0" presId="urn:microsoft.com/office/officeart/2018/2/layout/IconLabelDescriptionList"/>
    <dgm:cxn modelId="{3153D9E1-4598-4674-A9E4-D0F42D66BADD}" type="presParOf" srcId="{24A7EFA9-E91E-41E0-B610-256B30AE93E7}" destId="{32D23086-8135-41BF-B932-240502195C16}" srcOrd="0" destOrd="0" presId="urn:microsoft.com/office/officeart/2018/2/layout/IconLabelDescriptionList"/>
    <dgm:cxn modelId="{383282C8-05EF-41B3-9D24-E667465F746D}" type="presParOf" srcId="{24A7EFA9-E91E-41E0-B610-256B30AE93E7}" destId="{47E4DC05-72AC-4DC8-8241-88CB4737CF19}" srcOrd="1" destOrd="0" presId="urn:microsoft.com/office/officeart/2018/2/layout/IconLabelDescriptionList"/>
    <dgm:cxn modelId="{3FC4EA48-E62F-469A-BDF8-365FCD4193CA}" type="presParOf" srcId="{24A7EFA9-E91E-41E0-B610-256B30AE93E7}" destId="{7E440106-A1D1-42B6-9924-10E42E84B9E1}" srcOrd="2" destOrd="0" presId="urn:microsoft.com/office/officeart/2018/2/layout/IconLabelDescriptionList"/>
    <dgm:cxn modelId="{EC9FF83A-B0AB-4809-90B9-14E6E44213CB}" type="presParOf" srcId="{24A7EFA9-E91E-41E0-B610-256B30AE93E7}" destId="{809C12EF-C2D7-4E60-9BD7-3E8658C7A0A0}" srcOrd="3" destOrd="0" presId="urn:microsoft.com/office/officeart/2018/2/layout/IconLabelDescriptionList"/>
    <dgm:cxn modelId="{657EFD5E-EDEF-42CC-BA08-DA8F4B8B041E}" type="presParOf" srcId="{24A7EFA9-E91E-41E0-B610-256B30AE93E7}" destId="{3FF82C8C-EBAC-4E7A-9CCA-B9F73198FB7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AB1332E-CFF5-452C-9832-C647D6A402A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3DBD3B4-0DB0-4033-AE5C-FC4AD43C9A05}">
      <dgm:prSet/>
      <dgm:spPr/>
      <dgm:t>
        <a:bodyPr/>
        <a:lstStyle/>
        <a:p>
          <a:r>
            <a:rPr lang="en-US" dirty="0"/>
            <a:t>We ask that you report unusual fraud patterns that you detect manually that the model may not yet recognize</a:t>
          </a:r>
        </a:p>
      </dgm:t>
    </dgm:pt>
    <dgm:pt modelId="{F62905BC-AB82-4F15-9361-4D2BE6A2F60E}" type="parTrans" cxnId="{B2812AF8-00B5-4C06-89BF-3855D43F51A0}">
      <dgm:prSet/>
      <dgm:spPr/>
      <dgm:t>
        <a:bodyPr/>
        <a:lstStyle/>
        <a:p>
          <a:endParaRPr lang="en-US"/>
        </a:p>
      </dgm:t>
    </dgm:pt>
    <dgm:pt modelId="{C65A9901-6F9B-4BCC-9E46-BACDFDF2E9D9}" type="sibTrans" cxnId="{B2812AF8-00B5-4C06-89BF-3855D43F51A0}">
      <dgm:prSet/>
      <dgm:spPr/>
      <dgm:t>
        <a:bodyPr/>
        <a:lstStyle/>
        <a:p>
          <a:endParaRPr lang="en-US"/>
        </a:p>
      </dgm:t>
    </dgm:pt>
    <dgm:pt modelId="{C04F5012-94F2-4CEF-8CB8-D682822CE3C7}">
      <dgm:prSet/>
      <dgm:spPr/>
      <dgm:t>
        <a:bodyPr/>
        <a:lstStyle/>
        <a:p>
          <a:r>
            <a:rPr lang="en-US"/>
            <a:t>Simply send an email whenever you notice a suspicious pattern or a case the model misclassified.</a:t>
          </a:r>
        </a:p>
      </dgm:t>
    </dgm:pt>
    <dgm:pt modelId="{FDC313CC-3590-4A7F-8FB4-7058D301FF90}" type="parTrans" cxnId="{EA151C18-EEC1-47FB-854D-A598D4D2D71E}">
      <dgm:prSet/>
      <dgm:spPr/>
      <dgm:t>
        <a:bodyPr/>
        <a:lstStyle/>
        <a:p>
          <a:endParaRPr lang="en-US"/>
        </a:p>
      </dgm:t>
    </dgm:pt>
    <dgm:pt modelId="{A24BCD45-2DEE-47CB-B129-2457F09FB4FB}" type="sibTrans" cxnId="{EA151C18-EEC1-47FB-854D-A598D4D2D71E}">
      <dgm:prSet/>
      <dgm:spPr/>
      <dgm:t>
        <a:bodyPr/>
        <a:lstStyle/>
        <a:p>
          <a:endParaRPr lang="en-US"/>
        </a:p>
      </dgm:t>
    </dgm:pt>
    <dgm:pt modelId="{0D600757-4BC6-4A8C-871E-D72AF64F6DEF}">
      <dgm:prSet/>
      <dgm:spPr/>
      <dgm:t>
        <a:bodyPr/>
        <a:lstStyle/>
        <a:p>
          <a:r>
            <a:rPr lang="en-US"/>
            <a:t>Your insights help the model learn emerging fraud behaviors.</a:t>
          </a:r>
        </a:p>
      </dgm:t>
    </dgm:pt>
    <dgm:pt modelId="{BEC146CA-A910-414F-B7F6-B2B6334C3E66}" type="parTrans" cxnId="{C00AF67C-5DF2-45D5-ACE1-450CDD895795}">
      <dgm:prSet/>
      <dgm:spPr/>
      <dgm:t>
        <a:bodyPr/>
        <a:lstStyle/>
        <a:p>
          <a:endParaRPr lang="en-US"/>
        </a:p>
      </dgm:t>
    </dgm:pt>
    <dgm:pt modelId="{959529D7-D575-449B-BD1E-E66AF63B2B76}" type="sibTrans" cxnId="{C00AF67C-5DF2-45D5-ACE1-450CDD895795}">
      <dgm:prSet/>
      <dgm:spPr/>
      <dgm:t>
        <a:bodyPr/>
        <a:lstStyle/>
        <a:p>
          <a:endParaRPr lang="en-US"/>
        </a:p>
      </dgm:t>
    </dgm:pt>
    <dgm:pt modelId="{2C73577A-C7A8-4167-AD58-BD1A3EAB7E86}">
      <dgm:prSet/>
      <dgm:spPr/>
      <dgm:t>
        <a:bodyPr/>
        <a:lstStyle/>
        <a:p>
          <a:r>
            <a:rPr lang="en-US"/>
            <a:t>Continuous improvement strengthens fraud prevention and reduces your workload over time.</a:t>
          </a:r>
        </a:p>
      </dgm:t>
    </dgm:pt>
    <dgm:pt modelId="{1AEF4E49-29BB-4ADE-A2E3-5471F67199C7}" type="parTrans" cxnId="{722677C4-D70F-4876-9E9D-3B9FF7B8370E}">
      <dgm:prSet/>
      <dgm:spPr/>
      <dgm:t>
        <a:bodyPr/>
        <a:lstStyle/>
        <a:p>
          <a:endParaRPr lang="en-US"/>
        </a:p>
      </dgm:t>
    </dgm:pt>
    <dgm:pt modelId="{9441EEC0-8D65-42C8-BFF4-884CBF77B002}" type="sibTrans" cxnId="{722677C4-D70F-4876-9E9D-3B9FF7B8370E}">
      <dgm:prSet/>
      <dgm:spPr/>
      <dgm:t>
        <a:bodyPr/>
        <a:lstStyle/>
        <a:p>
          <a:endParaRPr lang="en-US"/>
        </a:p>
      </dgm:t>
    </dgm:pt>
    <dgm:pt modelId="{A20C9A54-0272-4675-B5FD-45B26469F3CF}" type="pres">
      <dgm:prSet presAssocID="{4AB1332E-CFF5-452C-9832-C647D6A402AC}" presName="root" presStyleCnt="0">
        <dgm:presLayoutVars>
          <dgm:dir/>
          <dgm:resizeHandles val="exact"/>
        </dgm:presLayoutVars>
      </dgm:prSet>
      <dgm:spPr/>
    </dgm:pt>
    <dgm:pt modelId="{CBA97E36-8E2B-4FD9-8120-05578661B730}" type="pres">
      <dgm:prSet presAssocID="{13DBD3B4-0DB0-4033-AE5C-FC4AD43C9A05}" presName="compNode" presStyleCnt="0"/>
      <dgm:spPr/>
    </dgm:pt>
    <dgm:pt modelId="{75B214F3-E022-499B-A1E5-699A181A2C7B}" type="pres">
      <dgm:prSet presAssocID="{13DBD3B4-0DB0-4033-AE5C-FC4AD43C9A05}" presName="bgRect" presStyleLbl="bgShp" presStyleIdx="0" presStyleCnt="4"/>
      <dgm:spPr>
        <a:solidFill>
          <a:schemeClr val="tx2">
            <a:lumMod val="90000"/>
            <a:lumOff val="10000"/>
          </a:schemeClr>
        </a:solidFill>
      </dgm:spPr>
    </dgm:pt>
    <dgm:pt modelId="{E650D08D-83A9-49BA-A187-AEAF82DF35C2}" type="pres">
      <dgm:prSet presAssocID="{13DBD3B4-0DB0-4033-AE5C-FC4AD43C9A0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FD0598B-73B7-4113-AB53-2323E9B6246D}" type="pres">
      <dgm:prSet presAssocID="{13DBD3B4-0DB0-4033-AE5C-FC4AD43C9A05}" presName="spaceRect" presStyleCnt="0"/>
      <dgm:spPr/>
    </dgm:pt>
    <dgm:pt modelId="{F375AB3F-730D-497B-A92E-B2E27494C265}" type="pres">
      <dgm:prSet presAssocID="{13DBD3B4-0DB0-4033-AE5C-FC4AD43C9A05}" presName="parTx" presStyleLbl="revTx" presStyleIdx="0" presStyleCnt="4">
        <dgm:presLayoutVars>
          <dgm:chMax val="0"/>
          <dgm:chPref val="0"/>
        </dgm:presLayoutVars>
      </dgm:prSet>
      <dgm:spPr/>
    </dgm:pt>
    <dgm:pt modelId="{2B93A6F5-3F9E-4FB1-A2BC-36C10E9842E7}" type="pres">
      <dgm:prSet presAssocID="{C65A9901-6F9B-4BCC-9E46-BACDFDF2E9D9}" presName="sibTrans" presStyleCnt="0"/>
      <dgm:spPr/>
    </dgm:pt>
    <dgm:pt modelId="{2954098A-6BDD-4C3B-9793-607BE8D9B665}" type="pres">
      <dgm:prSet presAssocID="{C04F5012-94F2-4CEF-8CB8-D682822CE3C7}" presName="compNode" presStyleCnt="0"/>
      <dgm:spPr/>
    </dgm:pt>
    <dgm:pt modelId="{B2C84B90-C87E-43D3-955E-453FEB3C1690}" type="pres">
      <dgm:prSet presAssocID="{C04F5012-94F2-4CEF-8CB8-D682822CE3C7}" presName="bgRect" presStyleLbl="bgShp" presStyleIdx="1" presStyleCnt="4"/>
      <dgm:spPr>
        <a:solidFill>
          <a:schemeClr val="tx2">
            <a:lumMod val="75000"/>
            <a:lumOff val="25000"/>
          </a:schemeClr>
        </a:solidFill>
      </dgm:spPr>
    </dgm:pt>
    <dgm:pt modelId="{F1F91262-383F-4617-BBFA-0259C154E7B0}" type="pres">
      <dgm:prSet presAssocID="{C04F5012-94F2-4CEF-8CB8-D682822CE3C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81E123A0-2B61-404A-ABE3-15A4B4F86305}" type="pres">
      <dgm:prSet presAssocID="{C04F5012-94F2-4CEF-8CB8-D682822CE3C7}" presName="spaceRect" presStyleCnt="0"/>
      <dgm:spPr/>
    </dgm:pt>
    <dgm:pt modelId="{BA7DDA6C-E6BB-4A80-A4B9-4ACB9E8066CB}" type="pres">
      <dgm:prSet presAssocID="{C04F5012-94F2-4CEF-8CB8-D682822CE3C7}" presName="parTx" presStyleLbl="revTx" presStyleIdx="1" presStyleCnt="4">
        <dgm:presLayoutVars>
          <dgm:chMax val="0"/>
          <dgm:chPref val="0"/>
        </dgm:presLayoutVars>
      </dgm:prSet>
      <dgm:spPr/>
    </dgm:pt>
    <dgm:pt modelId="{4B8DDF5A-F11E-4603-8D30-361EE2B6E3F4}" type="pres">
      <dgm:prSet presAssocID="{A24BCD45-2DEE-47CB-B129-2457F09FB4FB}" presName="sibTrans" presStyleCnt="0"/>
      <dgm:spPr/>
    </dgm:pt>
    <dgm:pt modelId="{100301D0-A59A-49BB-8470-775C43B7432C}" type="pres">
      <dgm:prSet presAssocID="{0D600757-4BC6-4A8C-871E-D72AF64F6DEF}" presName="compNode" presStyleCnt="0"/>
      <dgm:spPr/>
    </dgm:pt>
    <dgm:pt modelId="{0084079B-41CA-4284-8026-BC6DDB2C6E95}" type="pres">
      <dgm:prSet presAssocID="{0D600757-4BC6-4A8C-871E-D72AF64F6DEF}" presName="bgRect" presStyleLbl="bgShp" presStyleIdx="2" presStyleCnt="4"/>
      <dgm:spPr>
        <a:solidFill>
          <a:schemeClr val="tx2">
            <a:lumMod val="50000"/>
            <a:lumOff val="50000"/>
          </a:schemeClr>
        </a:solidFill>
      </dgm:spPr>
    </dgm:pt>
    <dgm:pt modelId="{58AD6363-527A-4070-87B9-D984C11FDA98}" type="pres">
      <dgm:prSet presAssocID="{0D600757-4BC6-4A8C-871E-D72AF64F6DE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4744D5A2-CCB2-4D98-9EA1-B09A32E7239E}" type="pres">
      <dgm:prSet presAssocID="{0D600757-4BC6-4A8C-871E-D72AF64F6DEF}" presName="spaceRect" presStyleCnt="0"/>
      <dgm:spPr/>
    </dgm:pt>
    <dgm:pt modelId="{D761E425-BD2E-4F8A-83F2-586EE7A97EC8}" type="pres">
      <dgm:prSet presAssocID="{0D600757-4BC6-4A8C-871E-D72AF64F6DEF}" presName="parTx" presStyleLbl="revTx" presStyleIdx="2" presStyleCnt="4">
        <dgm:presLayoutVars>
          <dgm:chMax val="0"/>
          <dgm:chPref val="0"/>
        </dgm:presLayoutVars>
      </dgm:prSet>
      <dgm:spPr/>
    </dgm:pt>
    <dgm:pt modelId="{2AA2EAC7-FC4E-4C5B-8C20-C09352986A45}" type="pres">
      <dgm:prSet presAssocID="{959529D7-D575-449B-BD1E-E66AF63B2B76}" presName="sibTrans" presStyleCnt="0"/>
      <dgm:spPr/>
    </dgm:pt>
    <dgm:pt modelId="{F4D11BF7-789B-4F62-9831-6E5A2EEE1595}" type="pres">
      <dgm:prSet presAssocID="{2C73577A-C7A8-4167-AD58-BD1A3EAB7E86}" presName="compNode" presStyleCnt="0"/>
      <dgm:spPr/>
    </dgm:pt>
    <dgm:pt modelId="{74B959CB-52C9-4E3C-8390-CC47BD21B90D}" type="pres">
      <dgm:prSet presAssocID="{2C73577A-C7A8-4167-AD58-BD1A3EAB7E86}" presName="bgRect" presStyleLbl="bgShp" presStyleIdx="3" presStyleCnt="4"/>
      <dgm:spPr>
        <a:solidFill>
          <a:schemeClr val="tx2">
            <a:lumMod val="25000"/>
            <a:lumOff val="75000"/>
          </a:schemeClr>
        </a:solidFill>
      </dgm:spPr>
    </dgm:pt>
    <dgm:pt modelId="{97A9034B-1798-43AF-A7D8-B6187794F444}" type="pres">
      <dgm:prSet presAssocID="{2C73577A-C7A8-4167-AD58-BD1A3EAB7E8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A58B29A-979D-49B0-B7AE-7A38BFC878EC}" type="pres">
      <dgm:prSet presAssocID="{2C73577A-C7A8-4167-AD58-BD1A3EAB7E86}" presName="spaceRect" presStyleCnt="0"/>
      <dgm:spPr/>
    </dgm:pt>
    <dgm:pt modelId="{A0F7CACC-0A66-4D89-871A-07DC2D8CF179}" type="pres">
      <dgm:prSet presAssocID="{2C73577A-C7A8-4167-AD58-BD1A3EAB7E8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A151C18-EEC1-47FB-854D-A598D4D2D71E}" srcId="{4AB1332E-CFF5-452C-9832-C647D6A402AC}" destId="{C04F5012-94F2-4CEF-8CB8-D682822CE3C7}" srcOrd="1" destOrd="0" parTransId="{FDC313CC-3590-4A7F-8FB4-7058D301FF90}" sibTransId="{A24BCD45-2DEE-47CB-B129-2457F09FB4FB}"/>
    <dgm:cxn modelId="{E344BE6F-1ABB-44D1-95A3-3B45F16A4BE1}" type="presOf" srcId="{4AB1332E-CFF5-452C-9832-C647D6A402AC}" destId="{A20C9A54-0272-4675-B5FD-45B26469F3CF}" srcOrd="0" destOrd="0" presId="urn:microsoft.com/office/officeart/2018/2/layout/IconVerticalSolidList"/>
    <dgm:cxn modelId="{C00AF67C-5DF2-45D5-ACE1-450CDD895795}" srcId="{4AB1332E-CFF5-452C-9832-C647D6A402AC}" destId="{0D600757-4BC6-4A8C-871E-D72AF64F6DEF}" srcOrd="2" destOrd="0" parTransId="{BEC146CA-A910-414F-B7F6-B2B6334C3E66}" sibTransId="{959529D7-D575-449B-BD1E-E66AF63B2B76}"/>
    <dgm:cxn modelId="{443550B2-13F3-43CF-B697-D2DB1A641E5E}" type="presOf" srcId="{C04F5012-94F2-4CEF-8CB8-D682822CE3C7}" destId="{BA7DDA6C-E6BB-4A80-A4B9-4ACB9E8066CB}" srcOrd="0" destOrd="0" presId="urn:microsoft.com/office/officeart/2018/2/layout/IconVerticalSolidList"/>
    <dgm:cxn modelId="{722677C4-D70F-4876-9E9D-3B9FF7B8370E}" srcId="{4AB1332E-CFF5-452C-9832-C647D6A402AC}" destId="{2C73577A-C7A8-4167-AD58-BD1A3EAB7E86}" srcOrd="3" destOrd="0" parTransId="{1AEF4E49-29BB-4ADE-A2E3-5471F67199C7}" sibTransId="{9441EEC0-8D65-42C8-BFF4-884CBF77B002}"/>
    <dgm:cxn modelId="{CDAFA4C4-A64C-44B3-AC3C-847395BE1E9C}" type="presOf" srcId="{0D600757-4BC6-4A8C-871E-D72AF64F6DEF}" destId="{D761E425-BD2E-4F8A-83F2-586EE7A97EC8}" srcOrd="0" destOrd="0" presId="urn:microsoft.com/office/officeart/2018/2/layout/IconVerticalSolidList"/>
    <dgm:cxn modelId="{AD4280CA-DC33-40EB-A288-1BFDBB84D667}" type="presOf" srcId="{13DBD3B4-0DB0-4033-AE5C-FC4AD43C9A05}" destId="{F375AB3F-730D-497B-A92E-B2E27494C265}" srcOrd="0" destOrd="0" presId="urn:microsoft.com/office/officeart/2018/2/layout/IconVerticalSolidList"/>
    <dgm:cxn modelId="{19387CF0-0862-4BBF-8AD0-45D01CE836A8}" type="presOf" srcId="{2C73577A-C7A8-4167-AD58-BD1A3EAB7E86}" destId="{A0F7CACC-0A66-4D89-871A-07DC2D8CF179}" srcOrd="0" destOrd="0" presId="urn:microsoft.com/office/officeart/2018/2/layout/IconVerticalSolidList"/>
    <dgm:cxn modelId="{B2812AF8-00B5-4C06-89BF-3855D43F51A0}" srcId="{4AB1332E-CFF5-452C-9832-C647D6A402AC}" destId="{13DBD3B4-0DB0-4033-AE5C-FC4AD43C9A05}" srcOrd="0" destOrd="0" parTransId="{F62905BC-AB82-4F15-9361-4D2BE6A2F60E}" sibTransId="{C65A9901-6F9B-4BCC-9E46-BACDFDF2E9D9}"/>
    <dgm:cxn modelId="{2B470615-1FE0-4336-8143-1BBACFD7463E}" type="presParOf" srcId="{A20C9A54-0272-4675-B5FD-45B26469F3CF}" destId="{CBA97E36-8E2B-4FD9-8120-05578661B730}" srcOrd="0" destOrd="0" presId="urn:microsoft.com/office/officeart/2018/2/layout/IconVerticalSolidList"/>
    <dgm:cxn modelId="{B88FF504-A247-4CEE-8C59-2FADFAAFF160}" type="presParOf" srcId="{CBA97E36-8E2B-4FD9-8120-05578661B730}" destId="{75B214F3-E022-499B-A1E5-699A181A2C7B}" srcOrd="0" destOrd="0" presId="urn:microsoft.com/office/officeart/2018/2/layout/IconVerticalSolidList"/>
    <dgm:cxn modelId="{2450A435-23ED-4F26-BA79-C198C47518E0}" type="presParOf" srcId="{CBA97E36-8E2B-4FD9-8120-05578661B730}" destId="{E650D08D-83A9-49BA-A187-AEAF82DF35C2}" srcOrd="1" destOrd="0" presId="urn:microsoft.com/office/officeart/2018/2/layout/IconVerticalSolidList"/>
    <dgm:cxn modelId="{B9B8C3B3-CE8F-432C-8F15-A65CD24FAFCD}" type="presParOf" srcId="{CBA97E36-8E2B-4FD9-8120-05578661B730}" destId="{9FD0598B-73B7-4113-AB53-2323E9B6246D}" srcOrd="2" destOrd="0" presId="urn:microsoft.com/office/officeart/2018/2/layout/IconVerticalSolidList"/>
    <dgm:cxn modelId="{AD9E9CB6-2DB3-4646-8C5C-7526A7E16FBF}" type="presParOf" srcId="{CBA97E36-8E2B-4FD9-8120-05578661B730}" destId="{F375AB3F-730D-497B-A92E-B2E27494C265}" srcOrd="3" destOrd="0" presId="urn:microsoft.com/office/officeart/2018/2/layout/IconVerticalSolidList"/>
    <dgm:cxn modelId="{DB35742E-7A04-49C8-A6A8-096303248703}" type="presParOf" srcId="{A20C9A54-0272-4675-B5FD-45B26469F3CF}" destId="{2B93A6F5-3F9E-4FB1-A2BC-36C10E9842E7}" srcOrd="1" destOrd="0" presId="urn:microsoft.com/office/officeart/2018/2/layout/IconVerticalSolidList"/>
    <dgm:cxn modelId="{0461547C-DC46-40AC-87C4-B89A7AECD524}" type="presParOf" srcId="{A20C9A54-0272-4675-B5FD-45B26469F3CF}" destId="{2954098A-6BDD-4C3B-9793-607BE8D9B665}" srcOrd="2" destOrd="0" presId="urn:microsoft.com/office/officeart/2018/2/layout/IconVerticalSolidList"/>
    <dgm:cxn modelId="{F28832F4-ED91-431D-9D04-38A922CDB695}" type="presParOf" srcId="{2954098A-6BDD-4C3B-9793-607BE8D9B665}" destId="{B2C84B90-C87E-43D3-955E-453FEB3C1690}" srcOrd="0" destOrd="0" presId="urn:microsoft.com/office/officeart/2018/2/layout/IconVerticalSolidList"/>
    <dgm:cxn modelId="{8D7A8424-EE49-4AFE-8CC1-CD904608122B}" type="presParOf" srcId="{2954098A-6BDD-4C3B-9793-607BE8D9B665}" destId="{F1F91262-383F-4617-BBFA-0259C154E7B0}" srcOrd="1" destOrd="0" presId="urn:microsoft.com/office/officeart/2018/2/layout/IconVerticalSolidList"/>
    <dgm:cxn modelId="{801821DD-4564-4277-8FB6-77CB2B74042B}" type="presParOf" srcId="{2954098A-6BDD-4C3B-9793-607BE8D9B665}" destId="{81E123A0-2B61-404A-ABE3-15A4B4F86305}" srcOrd="2" destOrd="0" presId="urn:microsoft.com/office/officeart/2018/2/layout/IconVerticalSolidList"/>
    <dgm:cxn modelId="{C0581175-7A59-4DE9-88AD-C6E99A9FD45F}" type="presParOf" srcId="{2954098A-6BDD-4C3B-9793-607BE8D9B665}" destId="{BA7DDA6C-E6BB-4A80-A4B9-4ACB9E8066CB}" srcOrd="3" destOrd="0" presId="urn:microsoft.com/office/officeart/2018/2/layout/IconVerticalSolidList"/>
    <dgm:cxn modelId="{0E5FAD6A-C8F0-4001-9561-AEF9D91AD71B}" type="presParOf" srcId="{A20C9A54-0272-4675-B5FD-45B26469F3CF}" destId="{4B8DDF5A-F11E-4603-8D30-361EE2B6E3F4}" srcOrd="3" destOrd="0" presId="urn:microsoft.com/office/officeart/2018/2/layout/IconVerticalSolidList"/>
    <dgm:cxn modelId="{76554E00-AA89-4E2C-A6DD-12DB16830939}" type="presParOf" srcId="{A20C9A54-0272-4675-B5FD-45B26469F3CF}" destId="{100301D0-A59A-49BB-8470-775C43B7432C}" srcOrd="4" destOrd="0" presId="urn:microsoft.com/office/officeart/2018/2/layout/IconVerticalSolidList"/>
    <dgm:cxn modelId="{D9D82017-8406-47CB-86BD-A2CDD098B919}" type="presParOf" srcId="{100301D0-A59A-49BB-8470-775C43B7432C}" destId="{0084079B-41CA-4284-8026-BC6DDB2C6E95}" srcOrd="0" destOrd="0" presId="urn:microsoft.com/office/officeart/2018/2/layout/IconVerticalSolidList"/>
    <dgm:cxn modelId="{B11FC07B-DBED-4118-90E4-72FB9727E3F7}" type="presParOf" srcId="{100301D0-A59A-49BB-8470-775C43B7432C}" destId="{58AD6363-527A-4070-87B9-D984C11FDA98}" srcOrd="1" destOrd="0" presId="urn:microsoft.com/office/officeart/2018/2/layout/IconVerticalSolidList"/>
    <dgm:cxn modelId="{F49A17B3-AC24-4CFB-8E46-D6567A0DFCA9}" type="presParOf" srcId="{100301D0-A59A-49BB-8470-775C43B7432C}" destId="{4744D5A2-CCB2-4D98-9EA1-B09A32E7239E}" srcOrd="2" destOrd="0" presId="urn:microsoft.com/office/officeart/2018/2/layout/IconVerticalSolidList"/>
    <dgm:cxn modelId="{F0A71D73-3D17-43E7-87ED-6D7C19EAC0EC}" type="presParOf" srcId="{100301D0-A59A-49BB-8470-775C43B7432C}" destId="{D761E425-BD2E-4F8A-83F2-586EE7A97EC8}" srcOrd="3" destOrd="0" presId="urn:microsoft.com/office/officeart/2018/2/layout/IconVerticalSolidList"/>
    <dgm:cxn modelId="{8CE1FB8A-C63B-4206-AA3A-8627B8F39445}" type="presParOf" srcId="{A20C9A54-0272-4675-B5FD-45B26469F3CF}" destId="{2AA2EAC7-FC4E-4C5B-8C20-C09352986A45}" srcOrd="5" destOrd="0" presId="urn:microsoft.com/office/officeart/2018/2/layout/IconVerticalSolidList"/>
    <dgm:cxn modelId="{29F3CA3B-AC75-4E3C-8223-2C92721A84DF}" type="presParOf" srcId="{A20C9A54-0272-4675-B5FD-45B26469F3CF}" destId="{F4D11BF7-789B-4F62-9831-6E5A2EEE1595}" srcOrd="6" destOrd="0" presId="urn:microsoft.com/office/officeart/2018/2/layout/IconVerticalSolidList"/>
    <dgm:cxn modelId="{D5C3BA70-45B9-4A3D-8442-BC0E981528F5}" type="presParOf" srcId="{F4D11BF7-789B-4F62-9831-6E5A2EEE1595}" destId="{74B959CB-52C9-4E3C-8390-CC47BD21B90D}" srcOrd="0" destOrd="0" presId="urn:microsoft.com/office/officeart/2018/2/layout/IconVerticalSolidList"/>
    <dgm:cxn modelId="{1FCFABEB-CD58-4AC3-A3DB-60951F9C561A}" type="presParOf" srcId="{F4D11BF7-789B-4F62-9831-6E5A2EEE1595}" destId="{97A9034B-1798-43AF-A7D8-B6187794F444}" srcOrd="1" destOrd="0" presId="urn:microsoft.com/office/officeart/2018/2/layout/IconVerticalSolidList"/>
    <dgm:cxn modelId="{11BAE84C-A233-4D68-9266-3DC341587E89}" type="presParOf" srcId="{F4D11BF7-789B-4F62-9831-6E5A2EEE1595}" destId="{5A58B29A-979D-49B0-B7AE-7A38BFC878EC}" srcOrd="2" destOrd="0" presId="urn:microsoft.com/office/officeart/2018/2/layout/IconVerticalSolidList"/>
    <dgm:cxn modelId="{0600B78A-E6F8-4BB1-9442-FB54F03450E1}" type="presParOf" srcId="{F4D11BF7-789B-4F62-9831-6E5A2EEE1595}" destId="{A0F7CACC-0A66-4D89-871A-07DC2D8CF17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4426665-9017-4764-85A5-F28C0ADA268D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D0E3DEA-30A1-4B48-A20B-A590101B1749}">
      <dgm:prSet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en-US"/>
            <a:t>Common Approaches in Literature</a:t>
          </a:r>
        </a:p>
      </dgm:t>
    </dgm:pt>
    <dgm:pt modelId="{3F0FB717-D5D7-42A4-B96C-250A9C770022}" type="parTrans" cxnId="{F6224B2D-4224-4C1A-87DB-4C1B2D828954}">
      <dgm:prSet/>
      <dgm:spPr/>
      <dgm:t>
        <a:bodyPr/>
        <a:lstStyle/>
        <a:p>
          <a:endParaRPr lang="en-US"/>
        </a:p>
      </dgm:t>
    </dgm:pt>
    <dgm:pt modelId="{DEAAE906-4179-4385-88F9-D66A2AA00634}" type="sibTrans" cxnId="{F6224B2D-4224-4C1A-87DB-4C1B2D828954}">
      <dgm:prSet/>
      <dgm:spPr/>
      <dgm:t>
        <a:bodyPr/>
        <a:lstStyle/>
        <a:p>
          <a:endParaRPr lang="en-US"/>
        </a:p>
      </dgm:t>
    </dgm:pt>
    <dgm:pt modelId="{F6AD9173-798E-469D-8047-F642A3DC1F81}">
      <dgm:prSet custT="1"/>
      <dgm:spPr>
        <a:ln>
          <a:solidFill>
            <a:schemeClr val="tx2">
              <a:lumMod val="50000"/>
              <a:lumOff val="50000"/>
            </a:schemeClr>
          </a:solidFill>
        </a:ln>
      </dgm:spPr>
      <dgm:t>
        <a:bodyPr/>
        <a:lstStyle/>
        <a:p>
          <a:r>
            <a:rPr lang="en-US" sz="1800" dirty="0"/>
            <a:t>Rule based systems – simple heuristics for flagging suspicious transactions</a:t>
          </a:r>
        </a:p>
      </dgm:t>
    </dgm:pt>
    <dgm:pt modelId="{3800F925-B47F-4A85-87B1-FC72103510B1}" type="parTrans" cxnId="{F7A4670B-BAEE-4E2A-BF4B-F6F6FEE58858}">
      <dgm:prSet/>
      <dgm:spPr/>
      <dgm:t>
        <a:bodyPr/>
        <a:lstStyle/>
        <a:p>
          <a:endParaRPr lang="en-US"/>
        </a:p>
      </dgm:t>
    </dgm:pt>
    <dgm:pt modelId="{F8D58584-60FB-4A70-BB25-D32F2FC68EF9}" type="sibTrans" cxnId="{F7A4670B-BAEE-4E2A-BF4B-F6F6FEE58858}">
      <dgm:prSet/>
      <dgm:spPr/>
      <dgm:t>
        <a:bodyPr/>
        <a:lstStyle/>
        <a:p>
          <a:endParaRPr lang="en-US"/>
        </a:p>
      </dgm:t>
    </dgm:pt>
    <dgm:pt modelId="{E0AF75EF-44AE-48EF-9EFB-B74ADA43F98D}">
      <dgm:prSet custT="1"/>
      <dgm:spPr>
        <a:ln>
          <a:solidFill>
            <a:schemeClr val="tx2">
              <a:lumMod val="50000"/>
              <a:lumOff val="50000"/>
            </a:schemeClr>
          </a:solidFill>
        </a:ln>
      </dgm:spPr>
      <dgm:t>
        <a:bodyPr/>
        <a:lstStyle/>
        <a:p>
          <a:r>
            <a:rPr lang="en-US" sz="1800" dirty="0"/>
            <a:t>Machine learning models</a:t>
          </a:r>
        </a:p>
      </dgm:t>
    </dgm:pt>
    <dgm:pt modelId="{04105A5C-D02A-45D4-BFF0-2D84678D1E79}" type="parTrans" cxnId="{43402E33-99B4-46C4-AD4E-22912EEB8FC1}">
      <dgm:prSet/>
      <dgm:spPr/>
      <dgm:t>
        <a:bodyPr/>
        <a:lstStyle/>
        <a:p>
          <a:endParaRPr lang="en-US"/>
        </a:p>
      </dgm:t>
    </dgm:pt>
    <dgm:pt modelId="{8FDD9C45-C1C5-4826-97CB-9A047DB36F62}" type="sibTrans" cxnId="{43402E33-99B4-46C4-AD4E-22912EEB8FC1}">
      <dgm:prSet/>
      <dgm:spPr/>
      <dgm:t>
        <a:bodyPr/>
        <a:lstStyle/>
        <a:p>
          <a:endParaRPr lang="en-US"/>
        </a:p>
      </dgm:t>
    </dgm:pt>
    <dgm:pt modelId="{81A313B0-446A-478B-89E6-9F006FE61DB8}">
      <dgm:prSet custT="1"/>
      <dgm:spPr>
        <a:ln>
          <a:solidFill>
            <a:schemeClr val="tx2">
              <a:lumMod val="50000"/>
              <a:lumOff val="50000"/>
            </a:schemeClr>
          </a:solidFill>
        </a:ln>
      </dgm:spPr>
      <dgm:t>
        <a:bodyPr/>
        <a:lstStyle/>
        <a:p>
          <a:r>
            <a:rPr lang="en-US" sz="1800" dirty="0" err="1"/>
            <a:t>LighGBM</a:t>
          </a:r>
          <a:endParaRPr lang="en-US" sz="1800" dirty="0"/>
        </a:p>
      </dgm:t>
    </dgm:pt>
    <dgm:pt modelId="{4BE68F8F-AA09-4822-ACBD-1FB4185DD681}" type="parTrans" cxnId="{596A5899-2C19-4B12-A0D4-67AE6EEFC3F0}">
      <dgm:prSet/>
      <dgm:spPr/>
      <dgm:t>
        <a:bodyPr/>
        <a:lstStyle/>
        <a:p>
          <a:endParaRPr lang="en-US"/>
        </a:p>
      </dgm:t>
    </dgm:pt>
    <dgm:pt modelId="{A93DBBB2-462D-4F95-B84D-6361FFF04BEC}" type="sibTrans" cxnId="{596A5899-2C19-4B12-A0D4-67AE6EEFC3F0}">
      <dgm:prSet/>
      <dgm:spPr/>
      <dgm:t>
        <a:bodyPr/>
        <a:lstStyle/>
        <a:p>
          <a:endParaRPr lang="en-US"/>
        </a:p>
      </dgm:t>
    </dgm:pt>
    <dgm:pt modelId="{CD52A9D8-8DA7-4C61-B7A7-C74A6C5FBF5A}">
      <dgm:prSet custT="1"/>
      <dgm:spPr>
        <a:ln>
          <a:solidFill>
            <a:schemeClr val="tx2">
              <a:lumMod val="50000"/>
              <a:lumOff val="50000"/>
            </a:schemeClr>
          </a:solidFill>
        </a:ln>
      </dgm:spPr>
      <dgm:t>
        <a:bodyPr/>
        <a:lstStyle/>
        <a:p>
          <a:r>
            <a:rPr lang="en-US" sz="1800" dirty="0"/>
            <a:t>Random Forest</a:t>
          </a:r>
        </a:p>
      </dgm:t>
    </dgm:pt>
    <dgm:pt modelId="{0DCE8D29-2163-430E-93A7-9AB4019164A5}" type="parTrans" cxnId="{79B76782-CAD1-498E-8419-2839694F8905}">
      <dgm:prSet/>
      <dgm:spPr/>
      <dgm:t>
        <a:bodyPr/>
        <a:lstStyle/>
        <a:p>
          <a:endParaRPr lang="en-US"/>
        </a:p>
      </dgm:t>
    </dgm:pt>
    <dgm:pt modelId="{D8AF8989-4FA3-483E-B8FE-546D12B2B9CA}" type="sibTrans" cxnId="{79B76782-CAD1-498E-8419-2839694F8905}">
      <dgm:prSet/>
      <dgm:spPr/>
      <dgm:t>
        <a:bodyPr/>
        <a:lstStyle/>
        <a:p>
          <a:endParaRPr lang="en-US"/>
        </a:p>
      </dgm:t>
    </dgm:pt>
    <dgm:pt modelId="{F1F56EE4-0675-43C1-BF50-BA36718F10BC}">
      <dgm:prSet custT="1"/>
      <dgm:spPr>
        <a:ln>
          <a:solidFill>
            <a:schemeClr val="tx2">
              <a:lumMod val="50000"/>
              <a:lumOff val="50000"/>
            </a:schemeClr>
          </a:solidFill>
        </a:ln>
      </dgm:spPr>
      <dgm:t>
        <a:bodyPr/>
        <a:lstStyle/>
        <a:p>
          <a:r>
            <a:rPr lang="en-US" sz="1800" dirty="0" err="1"/>
            <a:t>XGBoost</a:t>
          </a:r>
          <a:endParaRPr lang="en-US" sz="1800" dirty="0"/>
        </a:p>
      </dgm:t>
    </dgm:pt>
    <dgm:pt modelId="{05F67AEF-7977-44CF-80B9-5C4C8A94D462}" type="parTrans" cxnId="{300C6FAE-7A9F-4231-8D27-E66283BDC78B}">
      <dgm:prSet/>
      <dgm:spPr/>
      <dgm:t>
        <a:bodyPr/>
        <a:lstStyle/>
        <a:p>
          <a:endParaRPr lang="en-US"/>
        </a:p>
      </dgm:t>
    </dgm:pt>
    <dgm:pt modelId="{1D04DFB4-6709-4E31-81B7-BCC900A7AAA5}" type="sibTrans" cxnId="{300C6FAE-7A9F-4231-8D27-E66283BDC78B}">
      <dgm:prSet/>
      <dgm:spPr/>
      <dgm:t>
        <a:bodyPr/>
        <a:lstStyle/>
        <a:p>
          <a:endParaRPr lang="en-US"/>
        </a:p>
      </dgm:t>
    </dgm:pt>
    <dgm:pt modelId="{A0FB3EDB-D667-4F0A-866C-67500F8C228C}">
      <dgm:prSet/>
      <dgm:spPr>
        <a:solidFill>
          <a:schemeClr val="tx2">
            <a:lumMod val="75000"/>
            <a:lumOff val="25000"/>
          </a:schemeClr>
        </a:solidFill>
      </dgm:spPr>
      <dgm:t>
        <a:bodyPr/>
        <a:lstStyle/>
        <a:p>
          <a:r>
            <a:rPr lang="en-US"/>
            <a:t>How Our Approach Differs</a:t>
          </a:r>
        </a:p>
      </dgm:t>
    </dgm:pt>
    <dgm:pt modelId="{2F7F70BF-A682-4A04-B4C8-730439670377}" type="parTrans" cxnId="{14C144CD-4463-4F47-B782-7B2DB406802D}">
      <dgm:prSet/>
      <dgm:spPr/>
      <dgm:t>
        <a:bodyPr/>
        <a:lstStyle/>
        <a:p>
          <a:endParaRPr lang="en-US"/>
        </a:p>
      </dgm:t>
    </dgm:pt>
    <dgm:pt modelId="{7C8C5DBE-97D1-465E-99AA-B6F1ECBB38EF}" type="sibTrans" cxnId="{14C144CD-4463-4F47-B782-7B2DB406802D}">
      <dgm:prSet/>
      <dgm:spPr/>
      <dgm:t>
        <a:bodyPr/>
        <a:lstStyle/>
        <a:p>
          <a:endParaRPr lang="en-US"/>
        </a:p>
      </dgm:t>
    </dgm:pt>
    <dgm:pt modelId="{1B33138D-0014-476C-94A8-FD7B6679EF0A}">
      <dgm:prSet custT="1"/>
      <dgm:spPr>
        <a:ln>
          <a:solidFill>
            <a:schemeClr val="tx2">
              <a:lumMod val="75000"/>
              <a:lumOff val="25000"/>
            </a:schemeClr>
          </a:solidFill>
        </a:ln>
      </dgm:spPr>
      <dgm:t>
        <a:bodyPr/>
        <a:lstStyle/>
        <a:p>
          <a:r>
            <a:rPr lang="en-US" sz="1800" dirty="0"/>
            <a:t>Implemented a superior preprocessing pipeline</a:t>
          </a:r>
        </a:p>
      </dgm:t>
    </dgm:pt>
    <dgm:pt modelId="{A7EB8E65-0D07-4809-A6EC-C1AD902E19CA}" type="parTrans" cxnId="{4378BBC0-465D-4127-80EA-B98F5E0929BE}">
      <dgm:prSet/>
      <dgm:spPr/>
      <dgm:t>
        <a:bodyPr/>
        <a:lstStyle/>
        <a:p>
          <a:endParaRPr lang="en-US"/>
        </a:p>
      </dgm:t>
    </dgm:pt>
    <dgm:pt modelId="{C90EF900-059D-4B1E-92A1-6AB92A6FF434}" type="sibTrans" cxnId="{4378BBC0-465D-4127-80EA-B98F5E0929BE}">
      <dgm:prSet/>
      <dgm:spPr/>
      <dgm:t>
        <a:bodyPr/>
        <a:lstStyle/>
        <a:p>
          <a:endParaRPr lang="en-US"/>
        </a:p>
      </dgm:t>
    </dgm:pt>
    <dgm:pt modelId="{33EDBF03-CF28-4144-AC98-859EB34F964D}">
      <dgm:prSet custT="1"/>
      <dgm:spPr>
        <a:ln>
          <a:solidFill>
            <a:schemeClr val="tx2">
              <a:lumMod val="75000"/>
              <a:lumOff val="25000"/>
            </a:schemeClr>
          </a:solidFill>
        </a:ln>
      </dgm:spPr>
      <dgm:t>
        <a:bodyPr/>
        <a:lstStyle/>
        <a:p>
          <a:r>
            <a:rPr lang="en-US" sz="1800" dirty="0"/>
            <a:t>More effective handling of missing values</a:t>
          </a:r>
        </a:p>
      </dgm:t>
    </dgm:pt>
    <dgm:pt modelId="{1F2B773A-899E-4D53-BD77-27923BA91B11}" type="parTrans" cxnId="{54C46742-F521-4EB4-91B5-C881F2CC8A59}">
      <dgm:prSet/>
      <dgm:spPr/>
      <dgm:t>
        <a:bodyPr/>
        <a:lstStyle/>
        <a:p>
          <a:endParaRPr lang="en-US"/>
        </a:p>
      </dgm:t>
    </dgm:pt>
    <dgm:pt modelId="{7E497694-AEB4-4C4F-8A5E-1F4B95A627E9}" type="sibTrans" cxnId="{54C46742-F521-4EB4-91B5-C881F2CC8A59}">
      <dgm:prSet/>
      <dgm:spPr/>
      <dgm:t>
        <a:bodyPr/>
        <a:lstStyle/>
        <a:p>
          <a:endParaRPr lang="en-US"/>
        </a:p>
      </dgm:t>
    </dgm:pt>
    <dgm:pt modelId="{C9586B6F-F2EC-4CF7-AF3C-964316CBD125}">
      <dgm:prSet custT="1"/>
      <dgm:spPr>
        <a:ln>
          <a:solidFill>
            <a:schemeClr val="tx2">
              <a:lumMod val="75000"/>
              <a:lumOff val="25000"/>
            </a:schemeClr>
          </a:solidFill>
        </a:ln>
      </dgm:spPr>
      <dgm:t>
        <a:bodyPr/>
        <a:lstStyle/>
        <a:p>
          <a:r>
            <a:rPr lang="en-US" sz="1800" dirty="0"/>
            <a:t>Feature engineering and selection tailored for this dataset</a:t>
          </a:r>
        </a:p>
      </dgm:t>
    </dgm:pt>
    <dgm:pt modelId="{B3E4E521-CAA3-4E9A-9FEE-98879434CB76}" type="parTrans" cxnId="{B97637B6-86A4-4429-B4D9-F1466D7EA388}">
      <dgm:prSet/>
      <dgm:spPr/>
      <dgm:t>
        <a:bodyPr/>
        <a:lstStyle/>
        <a:p>
          <a:endParaRPr lang="en-US"/>
        </a:p>
      </dgm:t>
    </dgm:pt>
    <dgm:pt modelId="{36268CFF-CBEC-4FAE-B8BF-E42B896FB1FC}" type="sibTrans" cxnId="{B97637B6-86A4-4429-B4D9-F1466D7EA388}">
      <dgm:prSet/>
      <dgm:spPr/>
      <dgm:t>
        <a:bodyPr/>
        <a:lstStyle/>
        <a:p>
          <a:endParaRPr lang="en-US"/>
        </a:p>
      </dgm:t>
    </dgm:pt>
    <dgm:pt modelId="{C29AEBB3-6479-4108-94D2-C03D2609261F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/>
            <a:t>Takeaway</a:t>
          </a:r>
        </a:p>
      </dgm:t>
    </dgm:pt>
    <dgm:pt modelId="{7A5FF7B1-9C09-4DA8-8AA0-6333DF071ABF}" type="parTrans" cxnId="{47542D87-7488-40B5-BCCB-050B63EF873B}">
      <dgm:prSet/>
      <dgm:spPr/>
      <dgm:t>
        <a:bodyPr/>
        <a:lstStyle/>
        <a:p>
          <a:endParaRPr lang="en-US"/>
        </a:p>
      </dgm:t>
    </dgm:pt>
    <dgm:pt modelId="{53771B01-50DF-4E92-86F3-8A09DB9135D2}" type="sibTrans" cxnId="{47542D87-7488-40B5-BCCB-050B63EF873B}">
      <dgm:prSet/>
      <dgm:spPr/>
      <dgm:t>
        <a:bodyPr/>
        <a:lstStyle/>
        <a:p>
          <a:endParaRPr lang="en-US"/>
        </a:p>
      </dgm:t>
    </dgm:pt>
    <dgm:pt modelId="{131D52B4-246D-4FF6-8645-03C508FBFC63}">
      <dgm:prSet/>
      <dgm:spPr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 dirty="0"/>
            <a:t>While the model choice (</a:t>
          </a:r>
          <a:r>
            <a:rPr lang="en-US" dirty="0" err="1"/>
            <a:t>XGBoost</a:t>
          </a:r>
          <a:r>
            <a:rPr lang="en-US" dirty="0"/>
            <a:t>) aligns with prior work, our data preparation and feature handling provide a competitive advantage.</a:t>
          </a:r>
        </a:p>
      </dgm:t>
    </dgm:pt>
    <dgm:pt modelId="{DF76164D-9841-4985-A642-A45468AE9FA7}" type="parTrans" cxnId="{540439BF-5666-44BD-B243-747009E8C46E}">
      <dgm:prSet/>
      <dgm:spPr/>
      <dgm:t>
        <a:bodyPr/>
        <a:lstStyle/>
        <a:p>
          <a:endParaRPr lang="en-US"/>
        </a:p>
      </dgm:t>
    </dgm:pt>
    <dgm:pt modelId="{9C3A6C5C-BA8E-4D5D-9586-B0442D8F5C28}" type="sibTrans" cxnId="{540439BF-5666-44BD-B243-747009E8C46E}">
      <dgm:prSet/>
      <dgm:spPr/>
      <dgm:t>
        <a:bodyPr/>
        <a:lstStyle/>
        <a:p>
          <a:endParaRPr lang="en-US"/>
        </a:p>
      </dgm:t>
    </dgm:pt>
    <dgm:pt modelId="{5C59C190-C2F3-B041-9335-E7E9D1BFF89D}" type="pres">
      <dgm:prSet presAssocID="{A4426665-9017-4764-85A5-F28C0ADA268D}" presName="linear" presStyleCnt="0">
        <dgm:presLayoutVars>
          <dgm:dir/>
          <dgm:animLvl val="lvl"/>
          <dgm:resizeHandles val="exact"/>
        </dgm:presLayoutVars>
      </dgm:prSet>
      <dgm:spPr/>
    </dgm:pt>
    <dgm:pt modelId="{3E35E04B-427C-7C41-84C3-FFA878A25DE9}" type="pres">
      <dgm:prSet presAssocID="{3D0E3DEA-30A1-4B48-A20B-A590101B1749}" presName="parentLin" presStyleCnt="0"/>
      <dgm:spPr/>
    </dgm:pt>
    <dgm:pt modelId="{D3364E58-4A8F-3944-B3EA-73561E253B12}" type="pres">
      <dgm:prSet presAssocID="{3D0E3DEA-30A1-4B48-A20B-A590101B1749}" presName="parentLeftMargin" presStyleLbl="node1" presStyleIdx="0" presStyleCnt="3"/>
      <dgm:spPr/>
    </dgm:pt>
    <dgm:pt modelId="{FAF703F7-FCF5-364F-B1BE-A81F46E0CD78}" type="pres">
      <dgm:prSet presAssocID="{3D0E3DEA-30A1-4B48-A20B-A590101B174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00EF9BB-1AD2-434B-A291-02DEA9592DA6}" type="pres">
      <dgm:prSet presAssocID="{3D0E3DEA-30A1-4B48-A20B-A590101B1749}" presName="negativeSpace" presStyleCnt="0"/>
      <dgm:spPr/>
    </dgm:pt>
    <dgm:pt modelId="{9DB87475-3FEC-384E-B8FB-FA29DBF2BD14}" type="pres">
      <dgm:prSet presAssocID="{3D0E3DEA-30A1-4B48-A20B-A590101B1749}" presName="childText" presStyleLbl="conFgAcc1" presStyleIdx="0" presStyleCnt="3">
        <dgm:presLayoutVars>
          <dgm:bulletEnabled val="1"/>
        </dgm:presLayoutVars>
      </dgm:prSet>
      <dgm:spPr/>
    </dgm:pt>
    <dgm:pt modelId="{D7CC82C5-2BEA-984B-980C-FD6D550D027D}" type="pres">
      <dgm:prSet presAssocID="{DEAAE906-4179-4385-88F9-D66A2AA00634}" presName="spaceBetweenRectangles" presStyleCnt="0"/>
      <dgm:spPr/>
    </dgm:pt>
    <dgm:pt modelId="{110B79CF-5BF5-0C41-AAA0-A5CE001B90DB}" type="pres">
      <dgm:prSet presAssocID="{A0FB3EDB-D667-4F0A-866C-67500F8C228C}" presName="parentLin" presStyleCnt="0"/>
      <dgm:spPr/>
    </dgm:pt>
    <dgm:pt modelId="{AAD16E35-8959-AF4D-9F59-5BAB90EF0EC2}" type="pres">
      <dgm:prSet presAssocID="{A0FB3EDB-D667-4F0A-866C-67500F8C228C}" presName="parentLeftMargin" presStyleLbl="node1" presStyleIdx="0" presStyleCnt="3"/>
      <dgm:spPr/>
    </dgm:pt>
    <dgm:pt modelId="{70B5EBB1-DF6A-6447-8DF6-85D126D7B42D}" type="pres">
      <dgm:prSet presAssocID="{A0FB3EDB-D667-4F0A-866C-67500F8C228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450FD24-6C1A-6641-B7F5-11D9AC0B73CC}" type="pres">
      <dgm:prSet presAssocID="{A0FB3EDB-D667-4F0A-866C-67500F8C228C}" presName="negativeSpace" presStyleCnt="0"/>
      <dgm:spPr/>
    </dgm:pt>
    <dgm:pt modelId="{E8375890-0105-4448-98AA-3A3A8A17D747}" type="pres">
      <dgm:prSet presAssocID="{A0FB3EDB-D667-4F0A-866C-67500F8C228C}" presName="childText" presStyleLbl="conFgAcc1" presStyleIdx="1" presStyleCnt="3">
        <dgm:presLayoutVars>
          <dgm:bulletEnabled val="1"/>
        </dgm:presLayoutVars>
      </dgm:prSet>
      <dgm:spPr/>
    </dgm:pt>
    <dgm:pt modelId="{2F0EEFEC-8232-A84C-9A02-F9C186F51797}" type="pres">
      <dgm:prSet presAssocID="{7C8C5DBE-97D1-465E-99AA-B6F1ECBB38EF}" presName="spaceBetweenRectangles" presStyleCnt="0"/>
      <dgm:spPr/>
    </dgm:pt>
    <dgm:pt modelId="{7C8F2EFC-2956-4547-B9C1-518C95CB9D0C}" type="pres">
      <dgm:prSet presAssocID="{C29AEBB3-6479-4108-94D2-C03D2609261F}" presName="parentLin" presStyleCnt="0"/>
      <dgm:spPr/>
    </dgm:pt>
    <dgm:pt modelId="{BDC93BCE-C2A8-1148-BD61-B0A1CFE67F08}" type="pres">
      <dgm:prSet presAssocID="{C29AEBB3-6479-4108-94D2-C03D2609261F}" presName="parentLeftMargin" presStyleLbl="node1" presStyleIdx="1" presStyleCnt="3"/>
      <dgm:spPr/>
    </dgm:pt>
    <dgm:pt modelId="{CEBCF85A-00A0-854D-B8AC-1C91F84BEF44}" type="pres">
      <dgm:prSet presAssocID="{C29AEBB3-6479-4108-94D2-C03D2609261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90340D4-888F-0149-8578-284AD9F91AB1}" type="pres">
      <dgm:prSet presAssocID="{C29AEBB3-6479-4108-94D2-C03D2609261F}" presName="negativeSpace" presStyleCnt="0"/>
      <dgm:spPr/>
    </dgm:pt>
    <dgm:pt modelId="{CC8401AF-D998-6448-9C13-B0F9AF3F7DE7}" type="pres">
      <dgm:prSet presAssocID="{C29AEBB3-6479-4108-94D2-C03D2609261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49FB4106-F888-3E4C-A622-460C55FFF09A}" type="presOf" srcId="{F6AD9173-798E-469D-8047-F642A3DC1F81}" destId="{9DB87475-3FEC-384E-B8FB-FA29DBF2BD14}" srcOrd="0" destOrd="0" presId="urn:microsoft.com/office/officeart/2005/8/layout/list1"/>
    <dgm:cxn modelId="{F7A4670B-BAEE-4E2A-BF4B-F6F6FEE58858}" srcId="{3D0E3DEA-30A1-4B48-A20B-A590101B1749}" destId="{F6AD9173-798E-469D-8047-F642A3DC1F81}" srcOrd="0" destOrd="0" parTransId="{3800F925-B47F-4A85-87B1-FC72103510B1}" sibTransId="{F8D58584-60FB-4A70-BB25-D32F2FC68EF9}"/>
    <dgm:cxn modelId="{19813F15-9230-244D-ADEF-C70902484D2D}" type="presOf" srcId="{E0AF75EF-44AE-48EF-9EFB-B74ADA43F98D}" destId="{9DB87475-3FEC-384E-B8FB-FA29DBF2BD14}" srcOrd="0" destOrd="1" presId="urn:microsoft.com/office/officeart/2005/8/layout/list1"/>
    <dgm:cxn modelId="{7A8D3529-7329-7F48-BF29-07178519C84F}" type="presOf" srcId="{C9586B6F-F2EC-4CF7-AF3C-964316CBD125}" destId="{E8375890-0105-4448-98AA-3A3A8A17D747}" srcOrd="0" destOrd="2" presId="urn:microsoft.com/office/officeart/2005/8/layout/list1"/>
    <dgm:cxn modelId="{F6224B2D-4224-4C1A-87DB-4C1B2D828954}" srcId="{A4426665-9017-4764-85A5-F28C0ADA268D}" destId="{3D0E3DEA-30A1-4B48-A20B-A590101B1749}" srcOrd="0" destOrd="0" parTransId="{3F0FB717-D5D7-42A4-B96C-250A9C770022}" sibTransId="{DEAAE906-4179-4385-88F9-D66A2AA00634}"/>
    <dgm:cxn modelId="{388A512E-A466-3B4C-B9D1-F0D92E233D89}" type="presOf" srcId="{C29AEBB3-6479-4108-94D2-C03D2609261F}" destId="{BDC93BCE-C2A8-1148-BD61-B0A1CFE67F08}" srcOrd="0" destOrd="0" presId="urn:microsoft.com/office/officeart/2005/8/layout/list1"/>
    <dgm:cxn modelId="{43402E33-99B4-46C4-AD4E-22912EEB8FC1}" srcId="{3D0E3DEA-30A1-4B48-A20B-A590101B1749}" destId="{E0AF75EF-44AE-48EF-9EFB-B74ADA43F98D}" srcOrd="1" destOrd="0" parTransId="{04105A5C-D02A-45D4-BFF0-2D84678D1E79}" sibTransId="{8FDD9C45-C1C5-4826-97CB-9A047DB36F62}"/>
    <dgm:cxn modelId="{C6FF8B37-B68B-1E49-8820-16A541521E46}" type="presOf" srcId="{3D0E3DEA-30A1-4B48-A20B-A590101B1749}" destId="{D3364E58-4A8F-3944-B3EA-73561E253B12}" srcOrd="0" destOrd="0" presId="urn:microsoft.com/office/officeart/2005/8/layout/list1"/>
    <dgm:cxn modelId="{54C46742-F521-4EB4-91B5-C881F2CC8A59}" srcId="{1B33138D-0014-476C-94A8-FD7B6679EF0A}" destId="{33EDBF03-CF28-4144-AC98-859EB34F964D}" srcOrd="0" destOrd="0" parTransId="{1F2B773A-899E-4D53-BD77-27923BA91B11}" sibTransId="{7E497694-AEB4-4C4F-8A5E-1F4B95A627E9}"/>
    <dgm:cxn modelId="{4FC38242-3591-2F44-A6BE-78E78CBF7E02}" type="presOf" srcId="{F1F56EE4-0675-43C1-BF50-BA36718F10BC}" destId="{9DB87475-3FEC-384E-B8FB-FA29DBF2BD14}" srcOrd="0" destOrd="4" presId="urn:microsoft.com/office/officeart/2005/8/layout/list1"/>
    <dgm:cxn modelId="{B238CA4D-B502-D84E-8FC7-2F44B6FA2F92}" type="presOf" srcId="{33EDBF03-CF28-4144-AC98-859EB34F964D}" destId="{E8375890-0105-4448-98AA-3A3A8A17D747}" srcOrd="0" destOrd="1" presId="urn:microsoft.com/office/officeart/2005/8/layout/list1"/>
    <dgm:cxn modelId="{7FED515E-FA30-E04A-8B78-900E3F5602BF}" type="presOf" srcId="{C29AEBB3-6479-4108-94D2-C03D2609261F}" destId="{CEBCF85A-00A0-854D-B8AC-1C91F84BEF44}" srcOrd="1" destOrd="0" presId="urn:microsoft.com/office/officeart/2005/8/layout/list1"/>
    <dgm:cxn modelId="{79B76782-CAD1-498E-8419-2839694F8905}" srcId="{E0AF75EF-44AE-48EF-9EFB-B74ADA43F98D}" destId="{CD52A9D8-8DA7-4C61-B7A7-C74A6C5FBF5A}" srcOrd="1" destOrd="0" parTransId="{0DCE8D29-2163-430E-93A7-9AB4019164A5}" sibTransId="{D8AF8989-4FA3-483E-B8FE-546D12B2B9CA}"/>
    <dgm:cxn modelId="{47542D87-7488-40B5-BCCB-050B63EF873B}" srcId="{A4426665-9017-4764-85A5-F28C0ADA268D}" destId="{C29AEBB3-6479-4108-94D2-C03D2609261F}" srcOrd="2" destOrd="0" parTransId="{7A5FF7B1-9C09-4DA8-8AA0-6333DF071ABF}" sibTransId="{53771B01-50DF-4E92-86F3-8A09DB9135D2}"/>
    <dgm:cxn modelId="{E004D48A-50C8-3944-AC5A-F2DBC9829F72}" type="presOf" srcId="{1B33138D-0014-476C-94A8-FD7B6679EF0A}" destId="{E8375890-0105-4448-98AA-3A3A8A17D747}" srcOrd="0" destOrd="0" presId="urn:microsoft.com/office/officeart/2005/8/layout/list1"/>
    <dgm:cxn modelId="{4121428D-751C-FE40-A1BD-143C56993ADF}" type="presOf" srcId="{A0FB3EDB-D667-4F0A-866C-67500F8C228C}" destId="{AAD16E35-8959-AF4D-9F59-5BAB90EF0EC2}" srcOrd="0" destOrd="0" presId="urn:microsoft.com/office/officeart/2005/8/layout/list1"/>
    <dgm:cxn modelId="{596A5899-2C19-4B12-A0D4-67AE6EEFC3F0}" srcId="{E0AF75EF-44AE-48EF-9EFB-B74ADA43F98D}" destId="{81A313B0-446A-478B-89E6-9F006FE61DB8}" srcOrd="0" destOrd="0" parTransId="{4BE68F8F-AA09-4822-ACBD-1FB4185DD681}" sibTransId="{A93DBBB2-462D-4F95-B84D-6361FFF04BEC}"/>
    <dgm:cxn modelId="{1A336D9C-70E6-9740-B3A7-995E82077BB5}" type="presOf" srcId="{A4426665-9017-4764-85A5-F28C0ADA268D}" destId="{5C59C190-C2F3-B041-9335-E7E9D1BFF89D}" srcOrd="0" destOrd="0" presId="urn:microsoft.com/office/officeart/2005/8/layout/list1"/>
    <dgm:cxn modelId="{C87DA6A5-1EA0-C64E-9CBB-E649FFFDC267}" type="presOf" srcId="{CD52A9D8-8DA7-4C61-B7A7-C74A6C5FBF5A}" destId="{9DB87475-3FEC-384E-B8FB-FA29DBF2BD14}" srcOrd="0" destOrd="3" presId="urn:microsoft.com/office/officeart/2005/8/layout/list1"/>
    <dgm:cxn modelId="{300C6FAE-7A9F-4231-8D27-E66283BDC78B}" srcId="{E0AF75EF-44AE-48EF-9EFB-B74ADA43F98D}" destId="{F1F56EE4-0675-43C1-BF50-BA36718F10BC}" srcOrd="2" destOrd="0" parTransId="{05F67AEF-7977-44CF-80B9-5C4C8A94D462}" sibTransId="{1D04DFB4-6709-4E31-81B7-BCC900A7AAA5}"/>
    <dgm:cxn modelId="{B97637B6-86A4-4429-B4D9-F1466D7EA388}" srcId="{1B33138D-0014-476C-94A8-FD7B6679EF0A}" destId="{C9586B6F-F2EC-4CF7-AF3C-964316CBD125}" srcOrd="1" destOrd="0" parTransId="{B3E4E521-CAA3-4E9A-9FEE-98879434CB76}" sibTransId="{36268CFF-CBEC-4FAE-B8BF-E42B896FB1FC}"/>
    <dgm:cxn modelId="{540439BF-5666-44BD-B243-747009E8C46E}" srcId="{C29AEBB3-6479-4108-94D2-C03D2609261F}" destId="{131D52B4-246D-4FF6-8645-03C508FBFC63}" srcOrd="0" destOrd="0" parTransId="{DF76164D-9841-4985-A642-A45468AE9FA7}" sibTransId="{9C3A6C5C-BA8E-4D5D-9586-B0442D8F5C28}"/>
    <dgm:cxn modelId="{4378BBC0-465D-4127-80EA-B98F5E0929BE}" srcId="{A0FB3EDB-D667-4F0A-866C-67500F8C228C}" destId="{1B33138D-0014-476C-94A8-FD7B6679EF0A}" srcOrd="0" destOrd="0" parTransId="{A7EB8E65-0D07-4809-A6EC-C1AD902E19CA}" sibTransId="{C90EF900-059D-4B1E-92A1-6AB92A6FF434}"/>
    <dgm:cxn modelId="{14C144CD-4463-4F47-B782-7B2DB406802D}" srcId="{A4426665-9017-4764-85A5-F28C0ADA268D}" destId="{A0FB3EDB-D667-4F0A-866C-67500F8C228C}" srcOrd="1" destOrd="0" parTransId="{2F7F70BF-A682-4A04-B4C8-730439670377}" sibTransId="{7C8C5DBE-97D1-465E-99AA-B6F1ECBB38EF}"/>
    <dgm:cxn modelId="{787BC2D6-3647-E341-8AD9-665F7801B105}" type="presOf" srcId="{3D0E3DEA-30A1-4B48-A20B-A590101B1749}" destId="{FAF703F7-FCF5-364F-B1BE-A81F46E0CD78}" srcOrd="1" destOrd="0" presId="urn:microsoft.com/office/officeart/2005/8/layout/list1"/>
    <dgm:cxn modelId="{F99433DC-1FCA-FB43-8462-3A0CCB6232EA}" type="presOf" srcId="{A0FB3EDB-D667-4F0A-866C-67500F8C228C}" destId="{70B5EBB1-DF6A-6447-8DF6-85D126D7B42D}" srcOrd="1" destOrd="0" presId="urn:microsoft.com/office/officeart/2005/8/layout/list1"/>
    <dgm:cxn modelId="{C6246AE0-AF66-4940-85EF-8F1E219D7084}" type="presOf" srcId="{131D52B4-246D-4FF6-8645-03C508FBFC63}" destId="{CC8401AF-D998-6448-9C13-B0F9AF3F7DE7}" srcOrd="0" destOrd="0" presId="urn:microsoft.com/office/officeart/2005/8/layout/list1"/>
    <dgm:cxn modelId="{B2D7F8E4-EBFD-3041-BBE9-01B486F02978}" type="presOf" srcId="{81A313B0-446A-478B-89E6-9F006FE61DB8}" destId="{9DB87475-3FEC-384E-B8FB-FA29DBF2BD14}" srcOrd="0" destOrd="2" presId="urn:microsoft.com/office/officeart/2005/8/layout/list1"/>
    <dgm:cxn modelId="{98C3FD0F-0E8C-174C-8AB0-5450C79C199A}" type="presParOf" srcId="{5C59C190-C2F3-B041-9335-E7E9D1BFF89D}" destId="{3E35E04B-427C-7C41-84C3-FFA878A25DE9}" srcOrd="0" destOrd="0" presId="urn:microsoft.com/office/officeart/2005/8/layout/list1"/>
    <dgm:cxn modelId="{AD99A034-3719-E94A-9BD1-70CA37E0F08B}" type="presParOf" srcId="{3E35E04B-427C-7C41-84C3-FFA878A25DE9}" destId="{D3364E58-4A8F-3944-B3EA-73561E253B12}" srcOrd="0" destOrd="0" presId="urn:microsoft.com/office/officeart/2005/8/layout/list1"/>
    <dgm:cxn modelId="{72B09E61-2B20-5340-9B14-334D674FE101}" type="presParOf" srcId="{3E35E04B-427C-7C41-84C3-FFA878A25DE9}" destId="{FAF703F7-FCF5-364F-B1BE-A81F46E0CD78}" srcOrd="1" destOrd="0" presId="urn:microsoft.com/office/officeart/2005/8/layout/list1"/>
    <dgm:cxn modelId="{0E77D299-2B19-E048-BAE5-FD4D5BED02F0}" type="presParOf" srcId="{5C59C190-C2F3-B041-9335-E7E9D1BFF89D}" destId="{200EF9BB-1AD2-434B-A291-02DEA9592DA6}" srcOrd="1" destOrd="0" presId="urn:microsoft.com/office/officeart/2005/8/layout/list1"/>
    <dgm:cxn modelId="{F4AB8155-4438-C44E-8305-469195210DB1}" type="presParOf" srcId="{5C59C190-C2F3-B041-9335-E7E9D1BFF89D}" destId="{9DB87475-3FEC-384E-B8FB-FA29DBF2BD14}" srcOrd="2" destOrd="0" presId="urn:microsoft.com/office/officeart/2005/8/layout/list1"/>
    <dgm:cxn modelId="{55DAE6F7-257D-1342-B0F2-52DF9274183B}" type="presParOf" srcId="{5C59C190-C2F3-B041-9335-E7E9D1BFF89D}" destId="{D7CC82C5-2BEA-984B-980C-FD6D550D027D}" srcOrd="3" destOrd="0" presId="urn:microsoft.com/office/officeart/2005/8/layout/list1"/>
    <dgm:cxn modelId="{E5565235-A1B0-6B4D-AB53-34CF88D681B1}" type="presParOf" srcId="{5C59C190-C2F3-B041-9335-E7E9D1BFF89D}" destId="{110B79CF-5BF5-0C41-AAA0-A5CE001B90DB}" srcOrd="4" destOrd="0" presId="urn:microsoft.com/office/officeart/2005/8/layout/list1"/>
    <dgm:cxn modelId="{1369D0A5-35FF-1F4F-BB39-D2D9C1E32D98}" type="presParOf" srcId="{110B79CF-5BF5-0C41-AAA0-A5CE001B90DB}" destId="{AAD16E35-8959-AF4D-9F59-5BAB90EF0EC2}" srcOrd="0" destOrd="0" presId="urn:microsoft.com/office/officeart/2005/8/layout/list1"/>
    <dgm:cxn modelId="{63E8727B-2CB8-3C40-A408-34C0EA01C4DF}" type="presParOf" srcId="{110B79CF-5BF5-0C41-AAA0-A5CE001B90DB}" destId="{70B5EBB1-DF6A-6447-8DF6-85D126D7B42D}" srcOrd="1" destOrd="0" presId="urn:microsoft.com/office/officeart/2005/8/layout/list1"/>
    <dgm:cxn modelId="{BA7228F3-E2F4-3B43-B15C-E1442A8BF4C9}" type="presParOf" srcId="{5C59C190-C2F3-B041-9335-E7E9D1BFF89D}" destId="{B450FD24-6C1A-6641-B7F5-11D9AC0B73CC}" srcOrd="5" destOrd="0" presId="urn:microsoft.com/office/officeart/2005/8/layout/list1"/>
    <dgm:cxn modelId="{270A4F4A-F038-3F41-8409-0C69698A1E42}" type="presParOf" srcId="{5C59C190-C2F3-B041-9335-E7E9D1BFF89D}" destId="{E8375890-0105-4448-98AA-3A3A8A17D747}" srcOrd="6" destOrd="0" presId="urn:microsoft.com/office/officeart/2005/8/layout/list1"/>
    <dgm:cxn modelId="{549565C3-F35A-B844-AAC3-4AF869C9E74E}" type="presParOf" srcId="{5C59C190-C2F3-B041-9335-E7E9D1BFF89D}" destId="{2F0EEFEC-8232-A84C-9A02-F9C186F51797}" srcOrd="7" destOrd="0" presId="urn:microsoft.com/office/officeart/2005/8/layout/list1"/>
    <dgm:cxn modelId="{0763DF49-B586-0744-A66E-D594CB6FE56E}" type="presParOf" srcId="{5C59C190-C2F3-B041-9335-E7E9D1BFF89D}" destId="{7C8F2EFC-2956-4547-B9C1-518C95CB9D0C}" srcOrd="8" destOrd="0" presId="urn:microsoft.com/office/officeart/2005/8/layout/list1"/>
    <dgm:cxn modelId="{18AB3606-5050-B949-8B1C-37C5EF95096E}" type="presParOf" srcId="{7C8F2EFC-2956-4547-B9C1-518C95CB9D0C}" destId="{BDC93BCE-C2A8-1148-BD61-B0A1CFE67F08}" srcOrd="0" destOrd="0" presId="urn:microsoft.com/office/officeart/2005/8/layout/list1"/>
    <dgm:cxn modelId="{09FEEDCF-823D-0143-82E1-2A7E087372A7}" type="presParOf" srcId="{7C8F2EFC-2956-4547-B9C1-518C95CB9D0C}" destId="{CEBCF85A-00A0-854D-B8AC-1C91F84BEF44}" srcOrd="1" destOrd="0" presId="urn:microsoft.com/office/officeart/2005/8/layout/list1"/>
    <dgm:cxn modelId="{5D22EDF6-AB7A-0643-99C7-478562353DB0}" type="presParOf" srcId="{5C59C190-C2F3-B041-9335-E7E9D1BFF89D}" destId="{B90340D4-888F-0149-8578-284AD9F91AB1}" srcOrd="9" destOrd="0" presId="urn:microsoft.com/office/officeart/2005/8/layout/list1"/>
    <dgm:cxn modelId="{18297455-1868-D94F-AF26-EE00CD8044DF}" type="presParOf" srcId="{5C59C190-C2F3-B041-9335-E7E9D1BFF89D}" destId="{CC8401AF-D998-6448-9C13-B0F9AF3F7DE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5E8F66A-A9BE-4ED7-945D-F8B57445905D}" type="doc">
      <dgm:prSet loTypeId="urn:microsoft.com/office/officeart/2016/7/layout/VerticalDownArrowProcess" loCatId="process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C136378-DDE8-45CA-B6C7-934F0DE57770}">
      <dgm:prSet/>
      <dgm:spPr>
        <a:solidFill>
          <a:schemeClr val="tx2">
            <a:lumMod val="50000"/>
            <a:lumOff val="50000"/>
          </a:schemeClr>
        </a:solidFill>
        <a:ln>
          <a:solidFill>
            <a:schemeClr val="tx2">
              <a:lumMod val="50000"/>
              <a:lumOff val="50000"/>
            </a:schemeClr>
          </a:solidFill>
        </a:ln>
      </dgm:spPr>
      <dgm:t>
        <a:bodyPr/>
        <a:lstStyle/>
        <a:p>
          <a:r>
            <a:rPr lang="en-US"/>
            <a:t>Step 1</a:t>
          </a:r>
        </a:p>
      </dgm:t>
    </dgm:pt>
    <dgm:pt modelId="{D005BD5A-E638-4763-9DF8-BDA1B7BC13A1}" type="parTrans" cxnId="{99177A7B-FE48-49AF-BE54-EB20BA8530E2}">
      <dgm:prSet/>
      <dgm:spPr/>
      <dgm:t>
        <a:bodyPr/>
        <a:lstStyle/>
        <a:p>
          <a:endParaRPr lang="en-US"/>
        </a:p>
      </dgm:t>
    </dgm:pt>
    <dgm:pt modelId="{E66EDC9F-C2AA-4E51-9BA9-2BE0BE875634}" type="sibTrans" cxnId="{99177A7B-FE48-49AF-BE54-EB20BA8530E2}">
      <dgm:prSet/>
      <dgm:spPr/>
      <dgm:t>
        <a:bodyPr/>
        <a:lstStyle/>
        <a:p>
          <a:endParaRPr lang="en-US"/>
        </a:p>
      </dgm:t>
    </dgm:pt>
    <dgm:pt modelId="{4284BD09-E117-4DEE-B7F6-E3710166A653}">
      <dgm:prSet custT="1"/>
      <dgm:spPr>
        <a:solidFill>
          <a:srgbClr val="C1ECFF">
            <a:alpha val="90000"/>
          </a:srgbClr>
        </a:solidFill>
      </dgm:spPr>
      <dgm:t>
        <a:bodyPr anchor="ctr"/>
        <a:lstStyle/>
        <a:p>
          <a:r>
            <a:rPr lang="en-US" sz="1800" dirty="0"/>
            <a:t>Data Integration</a:t>
          </a:r>
        </a:p>
      </dgm:t>
    </dgm:pt>
    <dgm:pt modelId="{EB656A27-4F1C-42C3-89D0-9B63B5E05B4D}" type="parTrans" cxnId="{50D1F734-FA78-4531-94F9-CC7FA0214C9F}">
      <dgm:prSet/>
      <dgm:spPr/>
      <dgm:t>
        <a:bodyPr/>
        <a:lstStyle/>
        <a:p>
          <a:endParaRPr lang="en-US"/>
        </a:p>
      </dgm:t>
    </dgm:pt>
    <dgm:pt modelId="{8AF1EB0B-11AE-423A-9C3E-2071F46B46A3}" type="sibTrans" cxnId="{50D1F734-FA78-4531-94F9-CC7FA0214C9F}">
      <dgm:prSet/>
      <dgm:spPr/>
      <dgm:t>
        <a:bodyPr/>
        <a:lstStyle/>
        <a:p>
          <a:endParaRPr lang="en-US"/>
        </a:p>
      </dgm:t>
    </dgm:pt>
    <dgm:pt modelId="{7B613160-82CC-4D11-9A56-B57597B4069B}">
      <dgm:prSet custT="1"/>
      <dgm:spPr>
        <a:solidFill>
          <a:srgbClr val="C1ECFF">
            <a:alpha val="90000"/>
          </a:srgbClr>
        </a:solidFill>
      </dgm:spPr>
      <dgm:t>
        <a:bodyPr anchor="ctr"/>
        <a:lstStyle/>
        <a:p>
          <a:r>
            <a:rPr lang="en-US" sz="1800" dirty="0"/>
            <a:t>Left join </a:t>
          </a:r>
          <a:r>
            <a:rPr lang="en-US" sz="1800" dirty="0" err="1"/>
            <a:t>train_transaction</a:t>
          </a:r>
          <a:r>
            <a:rPr lang="en-US" sz="1800" dirty="0"/>
            <a:t> and </a:t>
          </a:r>
          <a:r>
            <a:rPr lang="en-US" sz="1800" dirty="0" err="1"/>
            <a:t>train_identity</a:t>
          </a:r>
          <a:r>
            <a:rPr lang="en-US" sz="1800" dirty="0"/>
            <a:t> on </a:t>
          </a:r>
          <a:r>
            <a:rPr lang="en-US" sz="1800" dirty="0" err="1"/>
            <a:t>transactionID</a:t>
          </a:r>
          <a:endParaRPr lang="en-US" sz="1800" dirty="0"/>
        </a:p>
      </dgm:t>
    </dgm:pt>
    <dgm:pt modelId="{0908C935-55FE-47BF-9798-5347FC1EAD8C}" type="parTrans" cxnId="{C6E50874-FD25-45C4-9633-7747814221F9}">
      <dgm:prSet/>
      <dgm:spPr/>
      <dgm:t>
        <a:bodyPr/>
        <a:lstStyle/>
        <a:p>
          <a:endParaRPr lang="en-US"/>
        </a:p>
      </dgm:t>
    </dgm:pt>
    <dgm:pt modelId="{641C07C1-65EC-4AD4-9217-7AB88848E536}" type="sibTrans" cxnId="{C6E50874-FD25-45C4-9633-7747814221F9}">
      <dgm:prSet/>
      <dgm:spPr/>
      <dgm:t>
        <a:bodyPr/>
        <a:lstStyle/>
        <a:p>
          <a:endParaRPr lang="en-US"/>
        </a:p>
      </dgm:t>
    </dgm:pt>
    <dgm:pt modelId="{6859FE47-A8F6-49E5-952F-4A75DF3FC964}">
      <dgm:prSet custT="1"/>
      <dgm:spPr>
        <a:solidFill>
          <a:srgbClr val="C1ECFF">
            <a:alpha val="90000"/>
          </a:srgbClr>
        </a:solidFill>
      </dgm:spPr>
      <dgm:t>
        <a:bodyPr anchor="ctr"/>
        <a:lstStyle/>
        <a:p>
          <a:r>
            <a:rPr lang="en-US" sz="1800" dirty="0"/>
            <a:t>Drop columns with greater than 95% missing values</a:t>
          </a:r>
        </a:p>
      </dgm:t>
    </dgm:pt>
    <dgm:pt modelId="{831A6F7D-0561-4D4A-8699-F3A3D25033AA}" type="parTrans" cxnId="{0B096682-D327-4AB6-8F0B-BDA0B97CAE0B}">
      <dgm:prSet/>
      <dgm:spPr/>
      <dgm:t>
        <a:bodyPr/>
        <a:lstStyle/>
        <a:p>
          <a:endParaRPr lang="en-US"/>
        </a:p>
      </dgm:t>
    </dgm:pt>
    <dgm:pt modelId="{C26A86DF-7D0E-41E0-8B05-D6956E87C5E5}" type="sibTrans" cxnId="{0B096682-D327-4AB6-8F0B-BDA0B97CAE0B}">
      <dgm:prSet/>
      <dgm:spPr/>
      <dgm:t>
        <a:bodyPr/>
        <a:lstStyle/>
        <a:p>
          <a:endParaRPr lang="en-US"/>
        </a:p>
      </dgm:t>
    </dgm:pt>
    <dgm:pt modelId="{CB319495-27DC-4065-8AF6-34EE3B8E7D27}">
      <dgm:prSet/>
      <dgm:spPr>
        <a:solidFill>
          <a:schemeClr val="tx2">
            <a:lumMod val="75000"/>
            <a:lumOff val="25000"/>
          </a:schemeClr>
        </a:solidFill>
        <a:ln>
          <a:solidFill>
            <a:schemeClr val="tx2">
              <a:lumMod val="75000"/>
              <a:lumOff val="25000"/>
            </a:schemeClr>
          </a:solidFill>
        </a:ln>
      </dgm:spPr>
      <dgm:t>
        <a:bodyPr/>
        <a:lstStyle/>
        <a:p>
          <a:r>
            <a:rPr lang="en-US"/>
            <a:t>Step 2</a:t>
          </a:r>
        </a:p>
      </dgm:t>
    </dgm:pt>
    <dgm:pt modelId="{5BAE6F5E-87BF-4104-96C0-472F1395B21B}" type="parTrans" cxnId="{C426D9F1-3CFF-434B-8915-0F3141892186}">
      <dgm:prSet/>
      <dgm:spPr/>
      <dgm:t>
        <a:bodyPr/>
        <a:lstStyle/>
        <a:p>
          <a:endParaRPr lang="en-US"/>
        </a:p>
      </dgm:t>
    </dgm:pt>
    <dgm:pt modelId="{D235BF85-6295-40EC-BFA8-F25854BCCFA6}" type="sibTrans" cxnId="{C426D9F1-3CFF-434B-8915-0F3141892186}">
      <dgm:prSet/>
      <dgm:spPr/>
      <dgm:t>
        <a:bodyPr/>
        <a:lstStyle/>
        <a:p>
          <a:endParaRPr lang="en-US"/>
        </a:p>
      </dgm:t>
    </dgm:pt>
    <dgm:pt modelId="{122B02BE-CDC3-498A-8E53-41A1FD5E68D3}">
      <dgm:prSet custT="1"/>
      <dgm:spPr/>
      <dgm:t>
        <a:bodyPr anchor="ctr"/>
        <a:lstStyle/>
        <a:p>
          <a:r>
            <a:rPr lang="en-US" sz="1800" b="1" dirty="0"/>
            <a:t>Outlier and Zero Transaction Handling</a:t>
          </a:r>
        </a:p>
      </dgm:t>
    </dgm:pt>
    <dgm:pt modelId="{8B65228E-271B-4502-AF63-64BEDE416759}" type="parTrans" cxnId="{247C9348-E55E-428C-B172-6385C00FC517}">
      <dgm:prSet/>
      <dgm:spPr/>
      <dgm:t>
        <a:bodyPr/>
        <a:lstStyle/>
        <a:p>
          <a:endParaRPr lang="en-US"/>
        </a:p>
      </dgm:t>
    </dgm:pt>
    <dgm:pt modelId="{25BF6661-FCED-49B4-AB97-CF2AE496C70D}" type="sibTrans" cxnId="{247C9348-E55E-428C-B172-6385C00FC517}">
      <dgm:prSet/>
      <dgm:spPr/>
      <dgm:t>
        <a:bodyPr/>
        <a:lstStyle/>
        <a:p>
          <a:endParaRPr lang="en-US"/>
        </a:p>
      </dgm:t>
    </dgm:pt>
    <dgm:pt modelId="{CBC69264-8E91-4B57-8C4D-A6529692DD91}">
      <dgm:prSet custT="1"/>
      <dgm:spPr/>
      <dgm:t>
        <a:bodyPr anchor="ctr"/>
        <a:lstStyle/>
        <a:p>
          <a:r>
            <a:rPr lang="en-US" sz="1800" dirty="0"/>
            <a:t>Remove transactions with </a:t>
          </a:r>
          <a:r>
            <a:rPr lang="en-US" sz="1800" dirty="0" err="1"/>
            <a:t>TransactionAmt</a:t>
          </a:r>
          <a:r>
            <a:rPr lang="en-US" sz="1800" dirty="0"/>
            <a:t> == 0</a:t>
          </a:r>
        </a:p>
      </dgm:t>
    </dgm:pt>
    <dgm:pt modelId="{617B7C29-B2B6-4EB9-9D3F-1B25C8E444B6}" type="parTrans" cxnId="{B7E5BD8D-C09B-41FA-AF09-03AAF7FD7A90}">
      <dgm:prSet/>
      <dgm:spPr/>
      <dgm:t>
        <a:bodyPr/>
        <a:lstStyle/>
        <a:p>
          <a:endParaRPr lang="en-US"/>
        </a:p>
      </dgm:t>
    </dgm:pt>
    <dgm:pt modelId="{5A8BE5AC-343E-44A3-88B3-DEFAFF32B586}" type="sibTrans" cxnId="{B7E5BD8D-C09B-41FA-AF09-03AAF7FD7A90}">
      <dgm:prSet/>
      <dgm:spPr/>
      <dgm:t>
        <a:bodyPr/>
        <a:lstStyle/>
        <a:p>
          <a:endParaRPr lang="en-US"/>
        </a:p>
      </dgm:t>
    </dgm:pt>
    <dgm:pt modelId="{BAFB94EA-2CB6-4960-8120-FB0620DCEA9C}">
      <dgm:prSet custT="1"/>
      <dgm:spPr/>
      <dgm:t>
        <a:bodyPr anchor="ctr"/>
        <a:lstStyle/>
        <a:p>
          <a:r>
            <a:rPr lang="en-US" sz="1800" dirty="0"/>
            <a:t>Flag top 1% of transaction amounts</a:t>
          </a:r>
        </a:p>
      </dgm:t>
    </dgm:pt>
    <dgm:pt modelId="{3E67B7E6-CC62-4053-AE1D-E9883E8D31F3}" type="parTrans" cxnId="{120AEB3B-351D-474F-BB42-5EAC4EB30CC2}">
      <dgm:prSet/>
      <dgm:spPr/>
      <dgm:t>
        <a:bodyPr/>
        <a:lstStyle/>
        <a:p>
          <a:endParaRPr lang="en-US"/>
        </a:p>
      </dgm:t>
    </dgm:pt>
    <dgm:pt modelId="{79CA8797-961F-423A-9CA1-31EE002C8C3D}" type="sibTrans" cxnId="{120AEB3B-351D-474F-BB42-5EAC4EB30CC2}">
      <dgm:prSet/>
      <dgm:spPr/>
      <dgm:t>
        <a:bodyPr/>
        <a:lstStyle/>
        <a:p>
          <a:endParaRPr lang="en-US"/>
        </a:p>
      </dgm:t>
    </dgm:pt>
    <dgm:pt modelId="{FC34B041-6D86-463E-A9FF-ECAD4DFD940D}">
      <dgm:prSet/>
      <dgm:spPr>
        <a:solidFill>
          <a:schemeClr val="tx2">
            <a:lumMod val="90000"/>
            <a:lumOff val="10000"/>
          </a:schemeClr>
        </a:solidFill>
        <a:ln>
          <a:solidFill>
            <a:schemeClr val="tx2">
              <a:lumMod val="90000"/>
              <a:lumOff val="10000"/>
            </a:schemeClr>
          </a:solidFill>
        </a:ln>
      </dgm:spPr>
      <dgm:t>
        <a:bodyPr/>
        <a:lstStyle/>
        <a:p>
          <a:r>
            <a:rPr lang="en-US"/>
            <a:t>Step 3</a:t>
          </a:r>
        </a:p>
      </dgm:t>
    </dgm:pt>
    <dgm:pt modelId="{F1EE4B44-FBBD-4E11-8813-2A596BC7CAD6}" type="parTrans" cxnId="{2C1D383F-4BD6-4F0E-98B1-F7AE1E623A72}">
      <dgm:prSet/>
      <dgm:spPr/>
      <dgm:t>
        <a:bodyPr/>
        <a:lstStyle/>
        <a:p>
          <a:endParaRPr lang="en-US"/>
        </a:p>
      </dgm:t>
    </dgm:pt>
    <dgm:pt modelId="{29683688-A6F2-4A98-9534-DDDFE90A52E7}" type="sibTrans" cxnId="{2C1D383F-4BD6-4F0E-98B1-F7AE1E623A72}">
      <dgm:prSet/>
      <dgm:spPr/>
      <dgm:t>
        <a:bodyPr/>
        <a:lstStyle/>
        <a:p>
          <a:endParaRPr lang="en-US"/>
        </a:p>
      </dgm:t>
    </dgm:pt>
    <dgm:pt modelId="{4D5A8ADC-04E9-4C17-9FD4-29EF19D16BCB}">
      <dgm:prSet custT="1"/>
      <dgm:spPr>
        <a:solidFill>
          <a:srgbClr val="7CB1E1">
            <a:alpha val="89804"/>
          </a:srgbClr>
        </a:solidFill>
      </dgm:spPr>
      <dgm:t>
        <a:bodyPr anchor="ctr"/>
        <a:lstStyle/>
        <a:p>
          <a:r>
            <a:rPr lang="en-US" sz="1800" b="1" dirty="0"/>
            <a:t>Missing Value Treatment</a:t>
          </a:r>
        </a:p>
      </dgm:t>
    </dgm:pt>
    <dgm:pt modelId="{707FCDE5-2360-4EB7-ACA3-89E0DC09F34C}" type="parTrans" cxnId="{F5BBD282-6FA9-420F-95EC-BD8120A0D5A7}">
      <dgm:prSet/>
      <dgm:spPr/>
      <dgm:t>
        <a:bodyPr/>
        <a:lstStyle/>
        <a:p>
          <a:endParaRPr lang="en-US"/>
        </a:p>
      </dgm:t>
    </dgm:pt>
    <dgm:pt modelId="{3EE83D39-3675-4DF3-8E9E-9EF81033CACC}" type="sibTrans" cxnId="{F5BBD282-6FA9-420F-95EC-BD8120A0D5A7}">
      <dgm:prSet/>
      <dgm:spPr/>
      <dgm:t>
        <a:bodyPr/>
        <a:lstStyle/>
        <a:p>
          <a:endParaRPr lang="en-US"/>
        </a:p>
      </dgm:t>
    </dgm:pt>
    <dgm:pt modelId="{5D24B5E3-1E01-438B-9AE0-3B465304AFFF}">
      <dgm:prSet custT="1"/>
      <dgm:spPr>
        <a:solidFill>
          <a:srgbClr val="7CB1E1">
            <a:alpha val="89804"/>
          </a:srgbClr>
        </a:solidFill>
      </dgm:spPr>
      <dgm:t>
        <a:bodyPr anchor="ctr"/>
        <a:lstStyle/>
        <a:p>
          <a:r>
            <a:rPr lang="en-US" sz="1800" dirty="0"/>
            <a:t>Numerical Features</a:t>
          </a:r>
        </a:p>
      </dgm:t>
    </dgm:pt>
    <dgm:pt modelId="{BAB6AAD5-9293-4955-AB24-85FA874669F2}" type="parTrans" cxnId="{32A3F5C7-15FC-4BAC-B435-0276D872CAB7}">
      <dgm:prSet/>
      <dgm:spPr/>
      <dgm:t>
        <a:bodyPr/>
        <a:lstStyle/>
        <a:p>
          <a:endParaRPr lang="en-US"/>
        </a:p>
      </dgm:t>
    </dgm:pt>
    <dgm:pt modelId="{05711DFA-4889-4EA5-A268-2733D542A418}" type="sibTrans" cxnId="{32A3F5C7-15FC-4BAC-B435-0276D872CAB7}">
      <dgm:prSet/>
      <dgm:spPr/>
      <dgm:t>
        <a:bodyPr/>
        <a:lstStyle/>
        <a:p>
          <a:endParaRPr lang="en-US"/>
        </a:p>
      </dgm:t>
    </dgm:pt>
    <dgm:pt modelId="{7BF6284A-C67B-4B2A-B589-CC10F1F308A1}">
      <dgm:prSet custT="1"/>
      <dgm:spPr>
        <a:solidFill>
          <a:srgbClr val="7CB1E1">
            <a:alpha val="89804"/>
          </a:srgbClr>
        </a:solidFill>
      </dgm:spPr>
      <dgm:t>
        <a:bodyPr anchor="ctr"/>
        <a:lstStyle/>
        <a:p>
          <a:r>
            <a:rPr lang="en-US" sz="1800" dirty="0"/>
            <a:t>Categorical Features</a:t>
          </a:r>
        </a:p>
      </dgm:t>
    </dgm:pt>
    <dgm:pt modelId="{65233310-99C8-47BC-86C3-42B6D245F92B}" type="parTrans" cxnId="{4C308A3B-E2C4-4E30-9186-ED3C2643E14C}">
      <dgm:prSet/>
      <dgm:spPr/>
      <dgm:t>
        <a:bodyPr/>
        <a:lstStyle/>
        <a:p>
          <a:endParaRPr lang="en-US"/>
        </a:p>
      </dgm:t>
    </dgm:pt>
    <dgm:pt modelId="{71D6F3C4-1278-495C-A362-A7DCC368A2EE}" type="sibTrans" cxnId="{4C308A3B-E2C4-4E30-9186-ED3C2643E14C}">
      <dgm:prSet/>
      <dgm:spPr/>
      <dgm:t>
        <a:bodyPr/>
        <a:lstStyle/>
        <a:p>
          <a:endParaRPr lang="en-US"/>
        </a:p>
      </dgm:t>
    </dgm:pt>
    <dgm:pt modelId="{85E71140-56E3-0147-9F5C-B37B7CD9FE64}" type="pres">
      <dgm:prSet presAssocID="{85E8F66A-A9BE-4ED7-945D-F8B57445905D}" presName="Name0" presStyleCnt="0">
        <dgm:presLayoutVars>
          <dgm:dir/>
          <dgm:animLvl val="lvl"/>
          <dgm:resizeHandles val="exact"/>
        </dgm:presLayoutVars>
      </dgm:prSet>
      <dgm:spPr/>
    </dgm:pt>
    <dgm:pt modelId="{5D306545-3D0B-7A40-AEE8-8657F1986A22}" type="pres">
      <dgm:prSet presAssocID="{FC34B041-6D86-463E-A9FF-ECAD4DFD940D}" presName="boxAndChildren" presStyleCnt="0"/>
      <dgm:spPr/>
    </dgm:pt>
    <dgm:pt modelId="{71928A3C-36E6-9D45-8C2E-B6E167DEFDA0}" type="pres">
      <dgm:prSet presAssocID="{FC34B041-6D86-463E-A9FF-ECAD4DFD940D}" presName="parentTextBox" presStyleLbl="alignNode1" presStyleIdx="0" presStyleCnt="3"/>
      <dgm:spPr/>
    </dgm:pt>
    <dgm:pt modelId="{67C3590A-BD11-7E4D-A9DD-A1BF6AA9320B}" type="pres">
      <dgm:prSet presAssocID="{FC34B041-6D86-463E-A9FF-ECAD4DFD940D}" presName="descendantBox" presStyleLbl="bgAccFollowNode1" presStyleIdx="0" presStyleCnt="3"/>
      <dgm:spPr/>
    </dgm:pt>
    <dgm:pt modelId="{76D65E5C-115D-AD43-AC8F-85FE73721EC0}" type="pres">
      <dgm:prSet presAssocID="{D235BF85-6295-40EC-BFA8-F25854BCCFA6}" presName="sp" presStyleCnt="0"/>
      <dgm:spPr/>
    </dgm:pt>
    <dgm:pt modelId="{718EB175-C56D-E14B-8A4B-0E2C4E36ACDE}" type="pres">
      <dgm:prSet presAssocID="{CB319495-27DC-4065-8AF6-34EE3B8E7D27}" presName="arrowAndChildren" presStyleCnt="0"/>
      <dgm:spPr/>
    </dgm:pt>
    <dgm:pt modelId="{8B7F6091-C47B-5140-BE43-B869E844F25A}" type="pres">
      <dgm:prSet presAssocID="{CB319495-27DC-4065-8AF6-34EE3B8E7D27}" presName="parentTextArrow" presStyleLbl="node1" presStyleIdx="0" presStyleCnt="0"/>
      <dgm:spPr/>
    </dgm:pt>
    <dgm:pt modelId="{A8632CA3-78A9-2441-A70A-7E2E6CAB60E4}" type="pres">
      <dgm:prSet presAssocID="{CB319495-27DC-4065-8AF6-34EE3B8E7D27}" presName="arrow" presStyleLbl="alignNode1" presStyleIdx="1" presStyleCnt="3"/>
      <dgm:spPr/>
    </dgm:pt>
    <dgm:pt modelId="{56D31CF7-C720-0341-B391-E0BCADFB2FC3}" type="pres">
      <dgm:prSet presAssocID="{CB319495-27DC-4065-8AF6-34EE3B8E7D27}" presName="descendantArrow" presStyleLbl="bgAccFollowNode1" presStyleIdx="1" presStyleCnt="3"/>
      <dgm:spPr/>
    </dgm:pt>
    <dgm:pt modelId="{F154FC07-7B14-8849-83A9-1A02FCBEC37B}" type="pres">
      <dgm:prSet presAssocID="{E66EDC9F-C2AA-4E51-9BA9-2BE0BE875634}" presName="sp" presStyleCnt="0"/>
      <dgm:spPr/>
    </dgm:pt>
    <dgm:pt modelId="{AD5EF40B-38D9-3A4D-8CCE-2AE0882D38CB}" type="pres">
      <dgm:prSet presAssocID="{0C136378-DDE8-45CA-B6C7-934F0DE57770}" presName="arrowAndChildren" presStyleCnt="0"/>
      <dgm:spPr/>
    </dgm:pt>
    <dgm:pt modelId="{27981BCC-27F1-9E40-844C-E8C2DB3F1DAF}" type="pres">
      <dgm:prSet presAssocID="{0C136378-DDE8-45CA-B6C7-934F0DE57770}" presName="parentTextArrow" presStyleLbl="node1" presStyleIdx="0" presStyleCnt="0"/>
      <dgm:spPr/>
    </dgm:pt>
    <dgm:pt modelId="{D2636393-C39F-8E40-B0EE-CF8189152D93}" type="pres">
      <dgm:prSet presAssocID="{0C136378-DDE8-45CA-B6C7-934F0DE57770}" presName="arrow" presStyleLbl="alignNode1" presStyleIdx="2" presStyleCnt="3"/>
      <dgm:spPr/>
    </dgm:pt>
    <dgm:pt modelId="{9210B783-0102-574F-8D91-AA3E6883B42A}" type="pres">
      <dgm:prSet presAssocID="{0C136378-DDE8-45CA-B6C7-934F0DE57770}" presName="descendantArrow" presStyleLbl="bgAccFollowNode1" presStyleIdx="2" presStyleCnt="3"/>
      <dgm:spPr/>
    </dgm:pt>
  </dgm:ptLst>
  <dgm:cxnLst>
    <dgm:cxn modelId="{6090FA17-EDE0-4442-B025-C7EAA17263B0}" type="presOf" srcId="{4284BD09-E117-4DEE-B7F6-E3710166A653}" destId="{9210B783-0102-574F-8D91-AA3E6883B42A}" srcOrd="0" destOrd="0" presId="urn:microsoft.com/office/officeart/2016/7/layout/VerticalDownArrowProcess"/>
    <dgm:cxn modelId="{6C0D2B1F-37FA-554A-91D3-7304DAC0F906}" type="presOf" srcId="{6859FE47-A8F6-49E5-952F-4A75DF3FC964}" destId="{9210B783-0102-574F-8D91-AA3E6883B42A}" srcOrd="0" destOrd="2" presId="urn:microsoft.com/office/officeart/2016/7/layout/VerticalDownArrowProcess"/>
    <dgm:cxn modelId="{E66EE12D-89D7-3C40-BC7D-81BCAA18D610}" type="presOf" srcId="{0C136378-DDE8-45CA-B6C7-934F0DE57770}" destId="{D2636393-C39F-8E40-B0EE-CF8189152D93}" srcOrd="1" destOrd="0" presId="urn:microsoft.com/office/officeart/2016/7/layout/VerticalDownArrowProcess"/>
    <dgm:cxn modelId="{50D1F734-FA78-4531-94F9-CC7FA0214C9F}" srcId="{0C136378-DDE8-45CA-B6C7-934F0DE57770}" destId="{4284BD09-E117-4DEE-B7F6-E3710166A653}" srcOrd="0" destOrd="0" parTransId="{EB656A27-4F1C-42C3-89D0-9B63B5E05B4D}" sibTransId="{8AF1EB0B-11AE-423A-9C3E-2071F46B46A3}"/>
    <dgm:cxn modelId="{4C308A3B-E2C4-4E30-9186-ED3C2643E14C}" srcId="{4D5A8ADC-04E9-4C17-9FD4-29EF19D16BCB}" destId="{7BF6284A-C67B-4B2A-B589-CC10F1F308A1}" srcOrd="1" destOrd="0" parTransId="{65233310-99C8-47BC-86C3-42B6D245F92B}" sibTransId="{71D6F3C4-1278-495C-A362-A7DCC368A2EE}"/>
    <dgm:cxn modelId="{120AEB3B-351D-474F-BB42-5EAC4EB30CC2}" srcId="{122B02BE-CDC3-498A-8E53-41A1FD5E68D3}" destId="{BAFB94EA-2CB6-4960-8120-FB0620DCEA9C}" srcOrd="1" destOrd="0" parTransId="{3E67B7E6-CC62-4053-AE1D-E9883E8D31F3}" sibTransId="{79CA8797-961F-423A-9CA1-31EE002C8C3D}"/>
    <dgm:cxn modelId="{2C1D383F-4BD6-4F0E-98B1-F7AE1E623A72}" srcId="{85E8F66A-A9BE-4ED7-945D-F8B57445905D}" destId="{FC34B041-6D86-463E-A9FF-ECAD4DFD940D}" srcOrd="2" destOrd="0" parTransId="{F1EE4B44-FBBD-4E11-8813-2A596BC7CAD6}" sibTransId="{29683688-A6F2-4A98-9534-DDDFE90A52E7}"/>
    <dgm:cxn modelId="{247C9348-E55E-428C-B172-6385C00FC517}" srcId="{CB319495-27DC-4065-8AF6-34EE3B8E7D27}" destId="{122B02BE-CDC3-498A-8E53-41A1FD5E68D3}" srcOrd="0" destOrd="0" parTransId="{8B65228E-271B-4502-AF63-64BEDE416759}" sibTransId="{25BF6661-FCED-49B4-AB97-CF2AE496C70D}"/>
    <dgm:cxn modelId="{5E9B274D-A3BB-7244-ADA0-2CA3C5A8F03E}" type="presOf" srcId="{4D5A8ADC-04E9-4C17-9FD4-29EF19D16BCB}" destId="{67C3590A-BD11-7E4D-A9DD-A1BF6AA9320B}" srcOrd="0" destOrd="0" presId="urn:microsoft.com/office/officeart/2016/7/layout/VerticalDownArrowProcess"/>
    <dgm:cxn modelId="{1FE4744D-D029-EE4F-8929-6DBC74F140F1}" type="presOf" srcId="{CB319495-27DC-4065-8AF6-34EE3B8E7D27}" destId="{8B7F6091-C47B-5140-BE43-B869E844F25A}" srcOrd="0" destOrd="0" presId="urn:microsoft.com/office/officeart/2016/7/layout/VerticalDownArrowProcess"/>
    <dgm:cxn modelId="{5BDE9452-0E80-0F48-A311-23639ABC9903}" type="presOf" srcId="{5D24B5E3-1E01-438B-9AE0-3B465304AFFF}" destId="{67C3590A-BD11-7E4D-A9DD-A1BF6AA9320B}" srcOrd="0" destOrd="1" presId="urn:microsoft.com/office/officeart/2016/7/layout/VerticalDownArrowProcess"/>
    <dgm:cxn modelId="{C3A2B861-296F-5246-9322-B964EC655ED7}" type="presOf" srcId="{85E8F66A-A9BE-4ED7-945D-F8B57445905D}" destId="{85E71140-56E3-0147-9F5C-B37B7CD9FE64}" srcOrd="0" destOrd="0" presId="urn:microsoft.com/office/officeart/2016/7/layout/VerticalDownArrowProcess"/>
    <dgm:cxn modelId="{55EEB46B-C01E-E44D-8563-E180CD4ACF17}" type="presOf" srcId="{7BF6284A-C67B-4B2A-B589-CC10F1F308A1}" destId="{67C3590A-BD11-7E4D-A9DD-A1BF6AA9320B}" srcOrd="0" destOrd="2" presId="urn:microsoft.com/office/officeart/2016/7/layout/VerticalDownArrowProcess"/>
    <dgm:cxn modelId="{C6E50874-FD25-45C4-9633-7747814221F9}" srcId="{4284BD09-E117-4DEE-B7F6-E3710166A653}" destId="{7B613160-82CC-4D11-9A56-B57597B4069B}" srcOrd="0" destOrd="0" parTransId="{0908C935-55FE-47BF-9798-5347FC1EAD8C}" sibTransId="{641C07C1-65EC-4AD4-9217-7AB88848E536}"/>
    <dgm:cxn modelId="{99177A7B-FE48-49AF-BE54-EB20BA8530E2}" srcId="{85E8F66A-A9BE-4ED7-945D-F8B57445905D}" destId="{0C136378-DDE8-45CA-B6C7-934F0DE57770}" srcOrd="0" destOrd="0" parTransId="{D005BD5A-E638-4763-9DF8-BDA1B7BC13A1}" sibTransId="{E66EDC9F-C2AA-4E51-9BA9-2BE0BE875634}"/>
    <dgm:cxn modelId="{EBBE127F-67D3-C94F-95CF-13CDD4F62D2C}" type="presOf" srcId="{122B02BE-CDC3-498A-8E53-41A1FD5E68D3}" destId="{56D31CF7-C720-0341-B391-E0BCADFB2FC3}" srcOrd="0" destOrd="0" presId="urn:microsoft.com/office/officeart/2016/7/layout/VerticalDownArrowProcess"/>
    <dgm:cxn modelId="{0B096682-D327-4AB6-8F0B-BDA0B97CAE0B}" srcId="{4284BD09-E117-4DEE-B7F6-E3710166A653}" destId="{6859FE47-A8F6-49E5-952F-4A75DF3FC964}" srcOrd="1" destOrd="0" parTransId="{831A6F7D-0561-4D4A-8699-F3A3D25033AA}" sibTransId="{C26A86DF-7D0E-41E0-8B05-D6956E87C5E5}"/>
    <dgm:cxn modelId="{F5BBD282-6FA9-420F-95EC-BD8120A0D5A7}" srcId="{FC34B041-6D86-463E-A9FF-ECAD4DFD940D}" destId="{4D5A8ADC-04E9-4C17-9FD4-29EF19D16BCB}" srcOrd="0" destOrd="0" parTransId="{707FCDE5-2360-4EB7-ACA3-89E0DC09F34C}" sibTransId="{3EE83D39-3675-4DF3-8E9E-9EF81033CACC}"/>
    <dgm:cxn modelId="{B7E5BD8D-C09B-41FA-AF09-03AAF7FD7A90}" srcId="{122B02BE-CDC3-498A-8E53-41A1FD5E68D3}" destId="{CBC69264-8E91-4B57-8C4D-A6529692DD91}" srcOrd="0" destOrd="0" parTransId="{617B7C29-B2B6-4EB9-9D3F-1B25C8E444B6}" sibTransId="{5A8BE5AC-343E-44A3-88B3-DEFAFF32B586}"/>
    <dgm:cxn modelId="{A43F0991-E363-CE4E-AE04-93E33911B1E1}" type="presOf" srcId="{CBC69264-8E91-4B57-8C4D-A6529692DD91}" destId="{56D31CF7-C720-0341-B391-E0BCADFB2FC3}" srcOrd="0" destOrd="1" presId="urn:microsoft.com/office/officeart/2016/7/layout/VerticalDownArrowProcess"/>
    <dgm:cxn modelId="{5C83CEA8-A4CD-B642-A374-2FAD433C67E8}" type="presOf" srcId="{CB319495-27DC-4065-8AF6-34EE3B8E7D27}" destId="{A8632CA3-78A9-2441-A70A-7E2E6CAB60E4}" srcOrd="1" destOrd="0" presId="urn:microsoft.com/office/officeart/2016/7/layout/VerticalDownArrowProcess"/>
    <dgm:cxn modelId="{3155D9BC-BA4D-484C-A601-0FC27C4DF760}" type="presOf" srcId="{7B613160-82CC-4D11-9A56-B57597B4069B}" destId="{9210B783-0102-574F-8D91-AA3E6883B42A}" srcOrd="0" destOrd="1" presId="urn:microsoft.com/office/officeart/2016/7/layout/VerticalDownArrowProcess"/>
    <dgm:cxn modelId="{32A3F5C7-15FC-4BAC-B435-0276D872CAB7}" srcId="{4D5A8ADC-04E9-4C17-9FD4-29EF19D16BCB}" destId="{5D24B5E3-1E01-438B-9AE0-3B465304AFFF}" srcOrd="0" destOrd="0" parTransId="{BAB6AAD5-9293-4955-AB24-85FA874669F2}" sibTransId="{05711DFA-4889-4EA5-A268-2733D542A418}"/>
    <dgm:cxn modelId="{7CB978CE-A51B-034F-94C7-03CBDC1481DE}" type="presOf" srcId="{0C136378-DDE8-45CA-B6C7-934F0DE57770}" destId="{27981BCC-27F1-9E40-844C-E8C2DB3F1DAF}" srcOrd="0" destOrd="0" presId="urn:microsoft.com/office/officeart/2016/7/layout/VerticalDownArrowProcess"/>
    <dgm:cxn modelId="{51E961D3-9E79-FF4E-83D1-353A8D50B1EF}" type="presOf" srcId="{FC34B041-6D86-463E-A9FF-ECAD4DFD940D}" destId="{71928A3C-36E6-9D45-8C2E-B6E167DEFDA0}" srcOrd="0" destOrd="0" presId="urn:microsoft.com/office/officeart/2016/7/layout/VerticalDownArrowProcess"/>
    <dgm:cxn modelId="{844123D8-7645-ED46-9860-1E5D12ADAB30}" type="presOf" srcId="{BAFB94EA-2CB6-4960-8120-FB0620DCEA9C}" destId="{56D31CF7-C720-0341-B391-E0BCADFB2FC3}" srcOrd="0" destOrd="2" presId="urn:microsoft.com/office/officeart/2016/7/layout/VerticalDownArrowProcess"/>
    <dgm:cxn modelId="{C426D9F1-3CFF-434B-8915-0F3141892186}" srcId="{85E8F66A-A9BE-4ED7-945D-F8B57445905D}" destId="{CB319495-27DC-4065-8AF6-34EE3B8E7D27}" srcOrd="1" destOrd="0" parTransId="{5BAE6F5E-87BF-4104-96C0-472F1395B21B}" sibTransId="{D235BF85-6295-40EC-BFA8-F25854BCCFA6}"/>
    <dgm:cxn modelId="{5BDA8D99-E767-014E-AA79-84BAA429647B}" type="presParOf" srcId="{85E71140-56E3-0147-9F5C-B37B7CD9FE64}" destId="{5D306545-3D0B-7A40-AEE8-8657F1986A22}" srcOrd="0" destOrd="0" presId="urn:microsoft.com/office/officeart/2016/7/layout/VerticalDownArrowProcess"/>
    <dgm:cxn modelId="{FD652B8F-F00E-A34A-BC4F-E305A62E5F82}" type="presParOf" srcId="{5D306545-3D0B-7A40-AEE8-8657F1986A22}" destId="{71928A3C-36E6-9D45-8C2E-B6E167DEFDA0}" srcOrd="0" destOrd="0" presId="urn:microsoft.com/office/officeart/2016/7/layout/VerticalDownArrowProcess"/>
    <dgm:cxn modelId="{97A7CAC8-634E-F347-BE90-4C7B62D11829}" type="presParOf" srcId="{5D306545-3D0B-7A40-AEE8-8657F1986A22}" destId="{67C3590A-BD11-7E4D-A9DD-A1BF6AA9320B}" srcOrd="1" destOrd="0" presId="urn:microsoft.com/office/officeart/2016/7/layout/VerticalDownArrowProcess"/>
    <dgm:cxn modelId="{59AF1CAE-8E2B-DC40-8DC8-898EDA69ED5A}" type="presParOf" srcId="{85E71140-56E3-0147-9F5C-B37B7CD9FE64}" destId="{76D65E5C-115D-AD43-AC8F-85FE73721EC0}" srcOrd="1" destOrd="0" presId="urn:microsoft.com/office/officeart/2016/7/layout/VerticalDownArrowProcess"/>
    <dgm:cxn modelId="{3712A49D-DBD7-F84A-811B-7C51E16469C5}" type="presParOf" srcId="{85E71140-56E3-0147-9F5C-B37B7CD9FE64}" destId="{718EB175-C56D-E14B-8A4B-0E2C4E36ACDE}" srcOrd="2" destOrd="0" presId="urn:microsoft.com/office/officeart/2016/7/layout/VerticalDownArrowProcess"/>
    <dgm:cxn modelId="{93ED89BD-8235-F644-A858-3B804A7D05A9}" type="presParOf" srcId="{718EB175-C56D-E14B-8A4B-0E2C4E36ACDE}" destId="{8B7F6091-C47B-5140-BE43-B869E844F25A}" srcOrd="0" destOrd="0" presId="urn:microsoft.com/office/officeart/2016/7/layout/VerticalDownArrowProcess"/>
    <dgm:cxn modelId="{02029BA0-FDCE-3744-8609-622D5477F354}" type="presParOf" srcId="{718EB175-C56D-E14B-8A4B-0E2C4E36ACDE}" destId="{A8632CA3-78A9-2441-A70A-7E2E6CAB60E4}" srcOrd="1" destOrd="0" presId="urn:microsoft.com/office/officeart/2016/7/layout/VerticalDownArrowProcess"/>
    <dgm:cxn modelId="{B6707584-370E-344E-894C-8462CA26A2B1}" type="presParOf" srcId="{718EB175-C56D-E14B-8A4B-0E2C4E36ACDE}" destId="{56D31CF7-C720-0341-B391-E0BCADFB2FC3}" srcOrd="2" destOrd="0" presId="urn:microsoft.com/office/officeart/2016/7/layout/VerticalDownArrowProcess"/>
    <dgm:cxn modelId="{50DAA922-672F-2849-9B41-40ADF4A70AA4}" type="presParOf" srcId="{85E71140-56E3-0147-9F5C-B37B7CD9FE64}" destId="{F154FC07-7B14-8849-83A9-1A02FCBEC37B}" srcOrd="3" destOrd="0" presId="urn:microsoft.com/office/officeart/2016/7/layout/VerticalDownArrowProcess"/>
    <dgm:cxn modelId="{FBC8C042-4ED7-BC4B-B166-E738D2B22FCF}" type="presParOf" srcId="{85E71140-56E3-0147-9F5C-B37B7CD9FE64}" destId="{AD5EF40B-38D9-3A4D-8CCE-2AE0882D38CB}" srcOrd="4" destOrd="0" presId="urn:microsoft.com/office/officeart/2016/7/layout/VerticalDownArrowProcess"/>
    <dgm:cxn modelId="{39A45A37-82E9-BA4D-910B-EC3230A0E4E2}" type="presParOf" srcId="{AD5EF40B-38D9-3A4D-8CCE-2AE0882D38CB}" destId="{27981BCC-27F1-9E40-844C-E8C2DB3F1DAF}" srcOrd="0" destOrd="0" presId="urn:microsoft.com/office/officeart/2016/7/layout/VerticalDownArrowProcess"/>
    <dgm:cxn modelId="{2F323910-E835-424E-890D-3A6876CB3033}" type="presParOf" srcId="{AD5EF40B-38D9-3A4D-8CCE-2AE0882D38CB}" destId="{D2636393-C39F-8E40-B0EE-CF8189152D93}" srcOrd="1" destOrd="0" presId="urn:microsoft.com/office/officeart/2016/7/layout/VerticalDownArrowProcess"/>
    <dgm:cxn modelId="{D88F90E1-9248-E64C-8A7A-5CE49FD4F04F}" type="presParOf" srcId="{AD5EF40B-38D9-3A4D-8CCE-2AE0882D38CB}" destId="{9210B783-0102-574F-8D91-AA3E6883B42A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5E8F66A-A9BE-4ED7-945D-F8B57445905D}" type="doc">
      <dgm:prSet loTypeId="urn:microsoft.com/office/officeart/2016/7/layout/VerticalDownArrowProcess" loCatId="process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C136378-DDE8-45CA-B6C7-934F0DE57770}">
      <dgm:prSet/>
      <dgm:spPr>
        <a:solidFill>
          <a:schemeClr val="tx2">
            <a:lumMod val="50000"/>
            <a:lumOff val="50000"/>
          </a:schemeClr>
        </a:solidFill>
        <a:ln>
          <a:solidFill>
            <a:schemeClr val="tx2">
              <a:lumMod val="50000"/>
              <a:lumOff val="50000"/>
            </a:schemeClr>
          </a:solidFill>
        </a:ln>
      </dgm:spPr>
      <dgm:t>
        <a:bodyPr/>
        <a:lstStyle/>
        <a:p>
          <a:r>
            <a:rPr lang="en-US" dirty="0"/>
            <a:t>Step 4: Encoding</a:t>
          </a:r>
        </a:p>
      </dgm:t>
    </dgm:pt>
    <dgm:pt modelId="{D005BD5A-E638-4763-9DF8-BDA1B7BC13A1}" type="parTrans" cxnId="{99177A7B-FE48-49AF-BE54-EB20BA8530E2}">
      <dgm:prSet/>
      <dgm:spPr/>
      <dgm:t>
        <a:bodyPr/>
        <a:lstStyle/>
        <a:p>
          <a:endParaRPr lang="en-US"/>
        </a:p>
      </dgm:t>
    </dgm:pt>
    <dgm:pt modelId="{E66EDC9F-C2AA-4E51-9BA9-2BE0BE875634}" type="sibTrans" cxnId="{99177A7B-FE48-49AF-BE54-EB20BA8530E2}">
      <dgm:prSet/>
      <dgm:spPr/>
      <dgm:t>
        <a:bodyPr/>
        <a:lstStyle/>
        <a:p>
          <a:endParaRPr lang="en-US"/>
        </a:p>
      </dgm:t>
    </dgm:pt>
    <dgm:pt modelId="{4284BD09-E117-4DEE-B7F6-E3710166A653}">
      <dgm:prSet custT="1"/>
      <dgm:spPr>
        <a:solidFill>
          <a:srgbClr val="C1ECFF">
            <a:alpha val="90000"/>
          </a:srgbClr>
        </a:solidFill>
      </dgm:spPr>
      <dgm:t>
        <a:bodyPr anchor="ctr"/>
        <a:lstStyle/>
        <a:p>
          <a:r>
            <a:rPr lang="en-US" sz="1800" b="1" dirty="0"/>
            <a:t>Data Integration</a:t>
          </a:r>
        </a:p>
      </dgm:t>
    </dgm:pt>
    <dgm:pt modelId="{EB656A27-4F1C-42C3-89D0-9B63B5E05B4D}" type="parTrans" cxnId="{50D1F734-FA78-4531-94F9-CC7FA0214C9F}">
      <dgm:prSet/>
      <dgm:spPr/>
      <dgm:t>
        <a:bodyPr/>
        <a:lstStyle/>
        <a:p>
          <a:endParaRPr lang="en-US"/>
        </a:p>
      </dgm:t>
    </dgm:pt>
    <dgm:pt modelId="{8AF1EB0B-11AE-423A-9C3E-2071F46B46A3}" type="sibTrans" cxnId="{50D1F734-FA78-4531-94F9-CC7FA0214C9F}">
      <dgm:prSet/>
      <dgm:spPr/>
      <dgm:t>
        <a:bodyPr/>
        <a:lstStyle/>
        <a:p>
          <a:endParaRPr lang="en-US"/>
        </a:p>
      </dgm:t>
    </dgm:pt>
    <dgm:pt modelId="{7B613160-82CC-4D11-9A56-B57597B4069B}">
      <dgm:prSet custT="1"/>
      <dgm:spPr>
        <a:solidFill>
          <a:srgbClr val="C1ECFF">
            <a:alpha val="90000"/>
          </a:srgbClr>
        </a:solidFill>
      </dgm:spPr>
      <dgm:t>
        <a:bodyPr anchor="ctr"/>
        <a:lstStyle/>
        <a:p>
          <a:r>
            <a:rPr lang="en-US" sz="1800" dirty="0"/>
            <a:t>Left join </a:t>
          </a:r>
          <a:r>
            <a:rPr lang="en-US" sz="1800" dirty="0" err="1"/>
            <a:t>train_transaction</a:t>
          </a:r>
          <a:r>
            <a:rPr lang="en-US" sz="1800" dirty="0"/>
            <a:t> and </a:t>
          </a:r>
          <a:r>
            <a:rPr lang="en-US" sz="1800" dirty="0" err="1"/>
            <a:t>train_identity</a:t>
          </a:r>
          <a:r>
            <a:rPr lang="en-US" sz="1800" dirty="0"/>
            <a:t> on </a:t>
          </a:r>
          <a:r>
            <a:rPr lang="en-US" sz="1800" dirty="0" err="1"/>
            <a:t>transactionID</a:t>
          </a:r>
          <a:endParaRPr lang="en-US" sz="1800" dirty="0"/>
        </a:p>
      </dgm:t>
    </dgm:pt>
    <dgm:pt modelId="{0908C935-55FE-47BF-9798-5347FC1EAD8C}" type="parTrans" cxnId="{C6E50874-FD25-45C4-9633-7747814221F9}">
      <dgm:prSet/>
      <dgm:spPr/>
      <dgm:t>
        <a:bodyPr/>
        <a:lstStyle/>
        <a:p>
          <a:endParaRPr lang="en-US"/>
        </a:p>
      </dgm:t>
    </dgm:pt>
    <dgm:pt modelId="{641C07C1-65EC-4AD4-9217-7AB88848E536}" type="sibTrans" cxnId="{C6E50874-FD25-45C4-9633-7747814221F9}">
      <dgm:prSet/>
      <dgm:spPr/>
      <dgm:t>
        <a:bodyPr/>
        <a:lstStyle/>
        <a:p>
          <a:endParaRPr lang="en-US"/>
        </a:p>
      </dgm:t>
    </dgm:pt>
    <dgm:pt modelId="{6859FE47-A8F6-49E5-952F-4A75DF3FC964}">
      <dgm:prSet custT="1"/>
      <dgm:spPr>
        <a:solidFill>
          <a:srgbClr val="C1ECFF">
            <a:alpha val="90000"/>
          </a:srgbClr>
        </a:solidFill>
      </dgm:spPr>
      <dgm:t>
        <a:bodyPr anchor="ctr"/>
        <a:lstStyle/>
        <a:p>
          <a:r>
            <a:rPr lang="en-US" sz="1800" dirty="0"/>
            <a:t>Drop columns with greater than 95% missing values</a:t>
          </a:r>
        </a:p>
      </dgm:t>
    </dgm:pt>
    <dgm:pt modelId="{831A6F7D-0561-4D4A-8699-F3A3D25033AA}" type="parTrans" cxnId="{0B096682-D327-4AB6-8F0B-BDA0B97CAE0B}">
      <dgm:prSet/>
      <dgm:spPr/>
      <dgm:t>
        <a:bodyPr/>
        <a:lstStyle/>
        <a:p>
          <a:endParaRPr lang="en-US"/>
        </a:p>
      </dgm:t>
    </dgm:pt>
    <dgm:pt modelId="{C26A86DF-7D0E-41E0-8B05-D6956E87C5E5}" type="sibTrans" cxnId="{0B096682-D327-4AB6-8F0B-BDA0B97CAE0B}">
      <dgm:prSet/>
      <dgm:spPr/>
      <dgm:t>
        <a:bodyPr/>
        <a:lstStyle/>
        <a:p>
          <a:endParaRPr lang="en-US"/>
        </a:p>
      </dgm:t>
    </dgm:pt>
    <dgm:pt modelId="{CB319495-27DC-4065-8AF6-34EE3B8E7D27}">
      <dgm:prSet/>
      <dgm:spPr>
        <a:solidFill>
          <a:schemeClr val="tx2">
            <a:lumMod val="75000"/>
            <a:lumOff val="25000"/>
          </a:schemeClr>
        </a:solidFill>
        <a:ln>
          <a:solidFill>
            <a:schemeClr val="tx2">
              <a:lumMod val="75000"/>
              <a:lumOff val="25000"/>
            </a:schemeClr>
          </a:solidFill>
        </a:ln>
      </dgm:spPr>
      <dgm:t>
        <a:bodyPr/>
        <a:lstStyle/>
        <a:p>
          <a:r>
            <a:rPr lang="en-US" dirty="0"/>
            <a:t>Step 5: Feature Engineering</a:t>
          </a:r>
        </a:p>
      </dgm:t>
    </dgm:pt>
    <dgm:pt modelId="{5BAE6F5E-87BF-4104-96C0-472F1395B21B}" type="parTrans" cxnId="{C426D9F1-3CFF-434B-8915-0F3141892186}">
      <dgm:prSet/>
      <dgm:spPr/>
      <dgm:t>
        <a:bodyPr/>
        <a:lstStyle/>
        <a:p>
          <a:endParaRPr lang="en-US"/>
        </a:p>
      </dgm:t>
    </dgm:pt>
    <dgm:pt modelId="{D235BF85-6295-40EC-BFA8-F25854BCCFA6}" type="sibTrans" cxnId="{C426D9F1-3CFF-434B-8915-0F3141892186}">
      <dgm:prSet/>
      <dgm:spPr/>
      <dgm:t>
        <a:bodyPr/>
        <a:lstStyle/>
        <a:p>
          <a:endParaRPr lang="en-US"/>
        </a:p>
      </dgm:t>
    </dgm:pt>
    <dgm:pt modelId="{122B02BE-CDC3-498A-8E53-41A1FD5E68D3}">
      <dgm:prSet custT="1"/>
      <dgm:spPr>
        <a:solidFill>
          <a:schemeClr val="tx2">
            <a:lumMod val="10000"/>
            <a:lumOff val="90000"/>
            <a:alpha val="90000"/>
          </a:schemeClr>
        </a:solidFill>
      </dgm:spPr>
      <dgm:t>
        <a:bodyPr anchor="ctr"/>
        <a:lstStyle/>
        <a:p>
          <a:r>
            <a:rPr lang="en-US" sz="1600" b="1" dirty="0"/>
            <a:t>Temporal Features</a:t>
          </a:r>
        </a:p>
      </dgm:t>
    </dgm:pt>
    <dgm:pt modelId="{8B65228E-271B-4502-AF63-64BEDE416759}" type="parTrans" cxnId="{247C9348-E55E-428C-B172-6385C00FC517}">
      <dgm:prSet/>
      <dgm:spPr/>
      <dgm:t>
        <a:bodyPr/>
        <a:lstStyle/>
        <a:p>
          <a:endParaRPr lang="en-US"/>
        </a:p>
      </dgm:t>
    </dgm:pt>
    <dgm:pt modelId="{25BF6661-FCED-49B4-AB97-CF2AE496C70D}" type="sibTrans" cxnId="{247C9348-E55E-428C-B172-6385C00FC517}">
      <dgm:prSet/>
      <dgm:spPr/>
      <dgm:t>
        <a:bodyPr/>
        <a:lstStyle/>
        <a:p>
          <a:endParaRPr lang="en-US"/>
        </a:p>
      </dgm:t>
    </dgm:pt>
    <dgm:pt modelId="{9B3E63C6-E847-A94A-BB9E-C8342CC1DC15}">
      <dgm:prSet custT="1"/>
      <dgm:spPr>
        <a:solidFill>
          <a:schemeClr val="tx2">
            <a:lumMod val="10000"/>
            <a:lumOff val="90000"/>
            <a:alpha val="90000"/>
          </a:schemeClr>
        </a:solidFill>
      </dgm:spPr>
      <dgm:t>
        <a:bodyPr/>
        <a:lstStyle/>
        <a:p>
          <a:r>
            <a:rPr lang="en-US" sz="1600" dirty="0"/>
            <a:t>From </a:t>
          </a:r>
          <a:r>
            <a:rPr lang="en-US" sz="1600" dirty="0" err="1"/>
            <a:t>transactionDT</a:t>
          </a:r>
          <a:r>
            <a:rPr lang="en-US" sz="1600" dirty="0"/>
            <a:t>, extract hour, </a:t>
          </a:r>
          <a:r>
            <a:rPr lang="en-US" sz="1600" dirty="0" err="1"/>
            <a:t>day_of_week</a:t>
          </a:r>
          <a:r>
            <a:rPr lang="en-US" sz="1600" dirty="0"/>
            <a:t>, </a:t>
          </a:r>
          <a:r>
            <a:rPr lang="en-US" sz="1600" dirty="0" err="1"/>
            <a:t>day_of_month</a:t>
          </a:r>
          <a:r>
            <a:rPr lang="en-US" sz="1600" dirty="0"/>
            <a:t>, </a:t>
          </a:r>
          <a:r>
            <a:rPr lang="en-US" sz="1600" dirty="0" err="1"/>
            <a:t>week_of_year</a:t>
          </a:r>
          <a:r>
            <a:rPr lang="en-US" sz="1600" dirty="0"/>
            <a:t>. Compute transaction velocity per user: transactions per hour and transactions per day. </a:t>
          </a:r>
        </a:p>
      </dgm:t>
    </dgm:pt>
    <dgm:pt modelId="{DEFDC875-8040-0443-804C-CB63A94BB033}" type="parTrans" cxnId="{D1916DA6-B110-294C-A1E0-45E71843F1BE}">
      <dgm:prSet/>
      <dgm:spPr/>
      <dgm:t>
        <a:bodyPr/>
        <a:lstStyle/>
        <a:p>
          <a:endParaRPr lang="en-US"/>
        </a:p>
      </dgm:t>
    </dgm:pt>
    <dgm:pt modelId="{670C64DC-CB39-5A40-9862-1AA72A160D25}" type="sibTrans" cxnId="{D1916DA6-B110-294C-A1E0-45E71843F1BE}">
      <dgm:prSet/>
      <dgm:spPr/>
      <dgm:t>
        <a:bodyPr/>
        <a:lstStyle/>
        <a:p>
          <a:endParaRPr lang="en-US"/>
        </a:p>
      </dgm:t>
    </dgm:pt>
    <dgm:pt modelId="{8F4A88C3-1A2A-1246-83C7-1BD98DED9573}">
      <dgm:prSet custT="1"/>
      <dgm:spPr>
        <a:solidFill>
          <a:schemeClr val="tx2">
            <a:lumMod val="10000"/>
            <a:lumOff val="90000"/>
            <a:alpha val="90000"/>
          </a:schemeClr>
        </a:solidFill>
      </dgm:spPr>
      <dgm:t>
        <a:bodyPr/>
        <a:lstStyle/>
        <a:p>
          <a:r>
            <a:rPr lang="en-US" sz="1600" b="1" dirty="0"/>
            <a:t>User Level Aggregates</a:t>
          </a:r>
        </a:p>
      </dgm:t>
    </dgm:pt>
    <dgm:pt modelId="{F725FAA2-5268-8B47-AAF9-1F05BE345066}" type="parTrans" cxnId="{C3393907-3586-EC42-B363-EA05D6220455}">
      <dgm:prSet/>
      <dgm:spPr/>
      <dgm:t>
        <a:bodyPr/>
        <a:lstStyle/>
        <a:p>
          <a:endParaRPr lang="en-US"/>
        </a:p>
      </dgm:t>
    </dgm:pt>
    <dgm:pt modelId="{57E5C79F-4657-9448-A66D-F0F01725E296}" type="sibTrans" cxnId="{C3393907-3586-EC42-B363-EA05D6220455}">
      <dgm:prSet/>
      <dgm:spPr/>
      <dgm:t>
        <a:bodyPr/>
        <a:lstStyle/>
        <a:p>
          <a:endParaRPr lang="en-US"/>
        </a:p>
      </dgm:t>
    </dgm:pt>
    <dgm:pt modelId="{845A5E17-DBB1-C746-AB3A-2AA842137F9E}">
      <dgm:prSet custT="1"/>
      <dgm:spPr>
        <a:solidFill>
          <a:schemeClr val="tx2">
            <a:lumMod val="10000"/>
            <a:lumOff val="90000"/>
            <a:alpha val="90000"/>
          </a:schemeClr>
        </a:solidFill>
      </dgm:spPr>
      <dgm:t>
        <a:bodyPr/>
        <a:lstStyle/>
        <a:p>
          <a:r>
            <a:rPr lang="en-US" sz="1600" dirty="0"/>
            <a:t>For each card1 calculate </a:t>
          </a:r>
          <a:r>
            <a:rPr lang="en-US" sz="1600" dirty="0" err="1"/>
            <a:t>mean_amt</a:t>
          </a:r>
          <a:r>
            <a:rPr lang="en-US" sz="1600" dirty="0"/>
            <a:t>, </a:t>
          </a:r>
          <a:r>
            <a:rPr lang="en-US" sz="1600" dirty="0" err="1"/>
            <a:t>std_amt</a:t>
          </a:r>
          <a:r>
            <a:rPr lang="en-US" sz="1600" dirty="0"/>
            <a:t>, tx_count_7d, amt_std_30d, unique_devices_30d</a:t>
          </a:r>
        </a:p>
      </dgm:t>
    </dgm:pt>
    <dgm:pt modelId="{FC498012-90AF-834D-AEF8-03A2AB7206F9}" type="parTrans" cxnId="{34185A11-2C13-774B-96C7-D26ACA70A51C}">
      <dgm:prSet/>
      <dgm:spPr/>
      <dgm:t>
        <a:bodyPr/>
        <a:lstStyle/>
        <a:p>
          <a:endParaRPr lang="en-US"/>
        </a:p>
      </dgm:t>
    </dgm:pt>
    <dgm:pt modelId="{B2F4E50F-64B8-6E4A-9528-0A0D81456DCB}" type="sibTrans" cxnId="{34185A11-2C13-774B-96C7-D26ACA70A51C}">
      <dgm:prSet/>
      <dgm:spPr/>
      <dgm:t>
        <a:bodyPr/>
        <a:lstStyle/>
        <a:p>
          <a:endParaRPr lang="en-US"/>
        </a:p>
      </dgm:t>
    </dgm:pt>
    <dgm:pt modelId="{8C08AD7F-F91D-5B44-9CEA-48DE90F1FDA1}">
      <dgm:prSet custT="1"/>
      <dgm:spPr>
        <a:solidFill>
          <a:schemeClr val="tx2">
            <a:lumMod val="10000"/>
            <a:lumOff val="90000"/>
            <a:alpha val="90000"/>
          </a:schemeClr>
        </a:solidFill>
      </dgm:spPr>
      <dgm:t>
        <a:bodyPr/>
        <a:lstStyle/>
        <a:p>
          <a:r>
            <a:rPr lang="en-US" sz="1600" b="1" dirty="0"/>
            <a:t>Transformations</a:t>
          </a:r>
        </a:p>
      </dgm:t>
    </dgm:pt>
    <dgm:pt modelId="{94B9B36F-FB26-1B4A-9587-67BE67E5D824}" type="parTrans" cxnId="{5556B55B-EA1F-904E-A356-33C1AE970174}">
      <dgm:prSet/>
      <dgm:spPr/>
      <dgm:t>
        <a:bodyPr/>
        <a:lstStyle/>
        <a:p>
          <a:endParaRPr lang="en-US"/>
        </a:p>
      </dgm:t>
    </dgm:pt>
    <dgm:pt modelId="{61D2D1A9-FD57-3A41-9912-03CE5C0AED9A}" type="sibTrans" cxnId="{5556B55B-EA1F-904E-A356-33C1AE970174}">
      <dgm:prSet/>
      <dgm:spPr/>
      <dgm:t>
        <a:bodyPr/>
        <a:lstStyle/>
        <a:p>
          <a:endParaRPr lang="en-US"/>
        </a:p>
      </dgm:t>
    </dgm:pt>
    <dgm:pt modelId="{E9E8AB2A-1794-A24B-B399-CD41F4BF84CA}">
      <dgm:prSet custT="1"/>
      <dgm:spPr>
        <a:solidFill>
          <a:schemeClr val="tx2">
            <a:lumMod val="10000"/>
            <a:lumOff val="90000"/>
            <a:alpha val="90000"/>
          </a:schemeClr>
        </a:solidFill>
      </dgm:spPr>
      <dgm:t>
        <a:bodyPr/>
        <a:lstStyle/>
        <a:p>
          <a:r>
            <a:rPr lang="en-US" sz="1600" dirty="0"/>
            <a:t>Apply log(</a:t>
          </a:r>
          <a:r>
            <a:rPr lang="en-US" sz="1600" dirty="0" err="1"/>
            <a:t>TransactionAmt</a:t>
          </a:r>
          <a:r>
            <a:rPr lang="en-US" sz="1600" dirty="0"/>
            <a:t> + 1) to reduce skewness</a:t>
          </a:r>
        </a:p>
      </dgm:t>
    </dgm:pt>
    <dgm:pt modelId="{9148B5DF-1189-604C-A4E7-F683414DEF4B}" type="parTrans" cxnId="{B73EBEC5-1138-F145-9B27-FB4738AF6E4F}">
      <dgm:prSet/>
      <dgm:spPr/>
      <dgm:t>
        <a:bodyPr/>
        <a:lstStyle/>
        <a:p>
          <a:endParaRPr lang="en-US"/>
        </a:p>
      </dgm:t>
    </dgm:pt>
    <dgm:pt modelId="{EA0B2607-3623-9B47-826A-00794E6C7718}" type="sibTrans" cxnId="{B73EBEC5-1138-F145-9B27-FB4738AF6E4F}">
      <dgm:prSet/>
      <dgm:spPr/>
      <dgm:t>
        <a:bodyPr/>
        <a:lstStyle/>
        <a:p>
          <a:endParaRPr lang="en-US"/>
        </a:p>
      </dgm:t>
    </dgm:pt>
    <dgm:pt modelId="{85E71140-56E3-0147-9F5C-B37B7CD9FE64}" type="pres">
      <dgm:prSet presAssocID="{85E8F66A-A9BE-4ED7-945D-F8B57445905D}" presName="Name0" presStyleCnt="0">
        <dgm:presLayoutVars>
          <dgm:dir/>
          <dgm:animLvl val="lvl"/>
          <dgm:resizeHandles val="exact"/>
        </dgm:presLayoutVars>
      </dgm:prSet>
      <dgm:spPr/>
    </dgm:pt>
    <dgm:pt modelId="{D2518E44-7C40-6D45-B4F7-4362F6EE650C}" type="pres">
      <dgm:prSet presAssocID="{CB319495-27DC-4065-8AF6-34EE3B8E7D27}" presName="boxAndChildren" presStyleCnt="0"/>
      <dgm:spPr/>
    </dgm:pt>
    <dgm:pt modelId="{5CA1423E-9529-2240-8035-F188E4CF1475}" type="pres">
      <dgm:prSet presAssocID="{CB319495-27DC-4065-8AF6-34EE3B8E7D27}" presName="parentTextBox" presStyleLbl="alignNode1" presStyleIdx="0" presStyleCnt="2"/>
      <dgm:spPr/>
    </dgm:pt>
    <dgm:pt modelId="{B4DCAA9D-4F56-DF42-A424-EE9A75C46C93}" type="pres">
      <dgm:prSet presAssocID="{CB319495-27DC-4065-8AF6-34EE3B8E7D27}" presName="descendantBox" presStyleLbl="bgAccFollowNode1" presStyleIdx="0" presStyleCnt="2"/>
      <dgm:spPr/>
    </dgm:pt>
    <dgm:pt modelId="{F154FC07-7B14-8849-83A9-1A02FCBEC37B}" type="pres">
      <dgm:prSet presAssocID="{E66EDC9F-C2AA-4E51-9BA9-2BE0BE875634}" presName="sp" presStyleCnt="0"/>
      <dgm:spPr/>
    </dgm:pt>
    <dgm:pt modelId="{AD5EF40B-38D9-3A4D-8CCE-2AE0882D38CB}" type="pres">
      <dgm:prSet presAssocID="{0C136378-DDE8-45CA-B6C7-934F0DE57770}" presName="arrowAndChildren" presStyleCnt="0"/>
      <dgm:spPr/>
    </dgm:pt>
    <dgm:pt modelId="{27981BCC-27F1-9E40-844C-E8C2DB3F1DAF}" type="pres">
      <dgm:prSet presAssocID="{0C136378-DDE8-45CA-B6C7-934F0DE57770}" presName="parentTextArrow" presStyleLbl="node1" presStyleIdx="0" presStyleCnt="0"/>
      <dgm:spPr/>
    </dgm:pt>
    <dgm:pt modelId="{D2636393-C39F-8E40-B0EE-CF8189152D93}" type="pres">
      <dgm:prSet presAssocID="{0C136378-DDE8-45CA-B6C7-934F0DE57770}" presName="arrow" presStyleLbl="alignNode1" presStyleIdx="1" presStyleCnt="2" custScaleY="61450" custLinFactNeighborY="-793"/>
      <dgm:spPr/>
    </dgm:pt>
    <dgm:pt modelId="{9210B783-0102-574F-8D91-AA3E6883B42A}" type="pres">
      <dgm:prSet presAssocID="{0C136378-DDE8-45CA-B6C7-934F0DE57770}" presName="descendantArrow" presStyleLbl="bgAccFollowNode1" presStyleIdx="1" presStyleCnt="2" custScaleY="64218" custLinFactNeighborY="8641"/>
      <dgm:spPr/>
    </dgm:pt>
  </dgm:ptLst>
  <dgm:cxnLst>
    <dgm:cxn modelId="{C3393907-3586-EC42-B363-EA05D6220455}" srcId="{CB319495-27DC-4065-8AF6-34EE3B8E7D27}" destId="{8F4A88C3-1A2A-1246-83C7-1BD98DED9573}" srcOrd="1" destOrd="0" parTransId="{F725FAA2-5268-8B47-AAF9-1F05BE345066}" sibTransId="{57E5C79F-4657-9448-A66D-F0F01725E296}"/>
    <dgm:cxn modelId="{80AC0B11-009C-414E-9B7A-81A7097ACC71}" type="presOf" srcId="{E9E8AB2A-1794-A24B-B399-CD41F4BF84CA}" destId="{B4DCAA9D-4F56-DF42-A424-EE9A75C46C93}" srcOrd="0" destOrd="5" presId="urn:microsoft.com/office/officeart/2016/7/layout/VerticalDownArrowProcess"/>
    <dgm:cxn modelId="{34185A11-2C13-774B-96C7-D26ACA70A51C}" srcId="{8F4A88C3-1A2A-1246-83C7-1BD98DED9573}" destId="{845A5E17-DBB1-C746-AB3A-2AA842137F9E}" srcOrd="0" destOrd="0" parTransId="{FC498012-90AF-834D-AEF8-03A2AB7206F9}" sibTransId="{B2F4E50F-64B8-6E4A-9528-0A0D81456DCB}"/>
    <dgm:cxn modelId="{6090FA17-EDE0-4442-B025-C7EAA17263B0}" type="presOf" srcId="{4284BD09-E117-4DEE-B7F6-E3710166A653}" destId="{9210B783-0102-574F-8D91-AA3E6883B42A}" srcOrd="0" destOrd="0" presId="urn:microsoft.com/office/officeart/2016/7/layout/VerticalDownArrowProcess"/>
    <dgm:cxn modelId="{6C0D2B1F-37FA-554A-91D3-7304DAC0F906}" type="presOf" srcId="{6859FE47-A8F6-49E5-952F-4A75DF3FC964}" destId="{9210B783-0102-574F-8D91-AA3E6883B42A}" srcOrd="0" destOrd="2" presId="urn:microsoft.com/office/officeart/2016/7/layout/VerticalDownArrowProcess"/>
    <dgm:cxn modelId="{E66EE12D-89D7-3C40-BC7D-81BCAA18D610}" type="presOf" srcId="{0C136378-DDE8-45CA-B6C7-934F0DE57770}" destId="{D2636393-C39F-8E40-B0EE-CF8189152D93}" srcOrd="1" destOrd="0" presId="urn:microsoft.com/office/officeart/2016/7/layout/VerticalDownArrowProcess"/>
    <dgm:cxn modelId="{50D1F734-FA78-4531-94F9-CC7FA0214C9F}" srcId="{0C136378-DDE8-45CA-B6C7-934F0DE57770}" destId="{4284BD09-E117-4DEE-B7F6-E3710166A653}" srcOrd="0" destOrd="0" parTransId="{EB656A27-4F1C-42C3-89D0-9B63B5E05B4D}" sibTransId="{8AF1EB0B-11AE-423A-9C3E-2071F46B46A3}"/>
    <dgm:cxn modelId="{ADA6E641-98E0-AE46-A6A1-010581885B4C}" type="presOf" srcId="{122B02BE-CDC3-498A-8E53-41A1FD5E68D3}" destId="{B4DCAA9D-4F56-DF42-A424-EE9A75C46C93}" srcOrd="0" destOrd="0" presId="urn:microsoft.com/office/officeart/2016/7/layout/VerticalDownArrowProcess"/>
    <dgm:cxn modelId="{247C9348-E55E-428C-B172-6385C00FC517}" srcId="{CB319495-27DC-4065-8AF6-34EE3B8E7D27}" destId="{122B02BE-CDC3-498A-8E53-41A1FD5E68D3}" srcOrd="0" destOrd="0" parTransId="{8B65228E-271B-4502-AF63-64BEDE416759}" sibTransId="{25BF6661-FCED-49B4-AB97-CF2AE496C70D}"/>
    <dgm:cxn modelId="{4C988D54-8B94-B843-8B0D-5F5034F40526}" type="presOf" srcId="{845A5E17-DBB1-C746-AB3A-2AA842137F9E}" destId="{B4DCAA9D-4F56-DF42-A424-EE9A75C46C93}" srcOrd="0" destOrd="3" presId="urn:microsoft.com/office/officeart/2016/7/layout/VerticalDownArrowProcess"/>
    <dgm:cxn modelId="{B1A25255-14F5-8442-9696-33922E887F65}" type="presOf" srcId="{8C08AD7F-F91D-5B44-9CEA-48DE90F1FDA1}" destId="{B4DCAA9D-4F56-DF42-A424-EE9A75C46C93}" srcOrd="0" destOrd="4" presId="urn:microsoft.com/office/officeart/2016/7/layout/VerticalDownArrowProcess"/>
    <dgm:cxn modelId="{5556B55B-EA1F-904E-A356-33C1AE970174}" srcId="{CB319495-27DC-4065-8AF6-34EE3B8E7D27}" destId="{8C08AD7F-F91D-5B44-9CEA-48DE90F1FDA1}" srcOrd="2" destOrd="0" parTransId="{94B9B36F-FB26-1B4A-9587-67BE67E5D824}" sibTransId="{61D2D1A9-FD57-3A41-9912-03CE5C0AED9A}"/>
    <dgm:cxn modelId="{C3A2B861-296F-5246-9322-B964EC655ED7}" type="presOf" srcId="{85E8F66A-A9BE-4ED7-945D-F8B57445905D}" destId="{85E71140-56E3-0147-9F5C-B37B7CD9FE64}" srcOrd="0" destOrd="0" presId="urn:microsoft.com/office/officeart/2016/7/layout/VerticalDownArrowProcess"/>
    <dgm:cxn modelId="{71645367-7A4C-C24C-BFA7-80678424D471}" type="presOf" srcId="{8F4A88C3-1A2A-1246-83C7-1BD98DED9573}" destId="{B4DCAA9D-4F56-DF42-A424-EE9A75C46C93}" srcOrd="0" destOrd="2" presId="urn:microsoft.com/office/officeart/2016/7/layout/VerticalDownArrowProcess"/>
    <dgm:cxn modelId="{C6E50874-FD25-45C4-9633-7747814221F9}" srcId="{4284BD09-E117-4DEE-B7F6-E3710166A653}" destId="{7B613160-82CC-4D11-9A56-B57597B4069B}" srcOrd="0" destOrd="0" parTransId="{0908C935-55FE-47BF-9798-5347FC1EAD8C}" sibTransId="{641C07C1-65EC-4AD4-9217-7AB88848E536}"/>
    <dgm:cxn modelId="{99177A7B-FE48-49AF-BE54-EB20BA8530E2}" srcId="{85E8F66A-A9BE-4ED7-945D-F8B57445905D}" destId="{0C136378-DDE8-45CA-B6C7-934F0DE57770}" srcOrd="0" destOrd="0" parTransId="{D005BD5A-E638-4763-9DF8-BDA1B7BC13A1}" sibTransId="{E66EDC9F-C2AA-4E51-9BA9-2BE0BE875634}"/>
    <dgm:cxn modelId="{0B096682-D327-4AB6-8F0B-BDA0B97CAE0B}" srcId="{4284BD09-E117-4DEE-B7F6-E3710166A653}" destId="{6859FE47-A8F6-49E5-952F-4A75DF3FC964}" srcOrd="1" destOrd="0" parTransId="{831A6F7D-0561-4D4A-8699-F3A3D25033AA}" sibTransId="{C26A86DF-7D0E-41E0-8B05-D6956E87C5E5}"/>
    <dgm:cxn modelId="{251EC694-E132-E645-9DD8-B177F4D09F19}" type="presOf" srcId="{9B3E63C6-E847-A94A-BB9E-C8342CC1DC15}" destId="{B4DCAA9D-4F56-DF42-A424-EE9A75C46C93}" srcOrd="0" destOrd="1" presId="urn:microsoft.com/office/officeart/2016/7/layout/VerticalDownArrowProcess"/>
    <dgm:cxn modelId="{D1916DA6-B110-294C-A1E0-45E71843F1BE}" srcId="{122B02BE-CDC3-498A-8E53-41A1FD5E68D3}" destId="{9B3E63C6-E847-A94A-BB9E-C8342CC1DC15}" srcOrd="0" destOrd="0" parTransId="{DEFDC875-8040-0443-804C-CB63A94BB033}" sibTransId="{670C64DC-CB39-5A40-9862-1AA72A160D25}"/>
    <dgm:cxn modelId="{3155D9BC-BA4D-484C-A601-0FC27C4DF760}" type="presOf" srcId="{7B613160-82CC-4D11-9A56-B57597B4069B}" destId="{9210B783-0102-574F-8D91-AA3E6883B42A}" srcOrd="0" destOrd="1" presId="urn:microsoft.com/office/officeart/2016/7/layout/VerticalDownArrowProcess"/>
    <dgm:cxn modelId="{B73EBEC5-1138-F145-9B27-FB4738AF6E4F}" srcId="{8C08AD7F-F91D-5B44-9CEA-48DE90F1FDA1}" destId="{E9E8AB2A-1794-A24B-B399-CD41F4BF84CA}" srcOrd="0" destOrd="0" parTransId="{9148B5DF-1189-604C-A4E7-F683414DEF4B}" sibTransId="{EA0B2607-3623-9B47-826A-00794E6C7718}"/>
    <dgm:cxn modelId="{7CB978CE-A51B-034F-94C7-03CBDC1481DE}" type="presOf" srcId="{0C136378-DDE8-45CA-B6C7-934F0DE57770}" destId="{27981BCC-27F1-9E40-844C-E8C2DB3F1DAF}" srcOrd="0" destOrd="0" presId="urn:microsoft.com/office/officeart/2016/7/layout/VerticalDownArrowProcess"/>
    <dgm:cxn modelId="{42BE8FED-B5A5-E344-B778-8AA84FE7908D}" type="presOf" srcId="{CB319495-27DC-4065-8AF6-34EE3B8E7D27}" destId="{5CA1423E-9529-2240-8035-F188E4CF1475}" srcOrd="0" destOrd="0" presId="urn:microsoft.com/office/officeart/2016/7/layout/VerticalDownArrowProcess"/>
    <dgm:cxn modelId="{C426D9F1-3CFF-434B-8915-0F3141892186}" srcId="{85E8F66A-A9BE-4ED7-945D-F8B57445905D}" destId="{CB319495-27DC-4065-8AF6-34EE3B8E7D27}" srcOrd="1" destOrd="0" parTransId="{5BAE6F5E-87BF-4104-96C0-472F1395B21B}" sibTransId="{D235BF85-6295-40EC-BFA8-F25854BCCFA6}"/>
    <dgm:cxn modelId="{06A00750-84B6-7D4A-BEF1-54A17580BA8D}" type="presParOf" srcId="{85E71140-56E3-0147-9F5C-B37B7CD9FE64}" destId="{D2518E44-7C40-6D45-B4F7-4362F6EE650C}" srcOrd="0" destOrd="0" presId="urn:microsoft.com/office/officeart/2016/7/layout/VerticalDownArrowProcess"/>
    <dgm:cxn modelId="{7F26ADF6-8287-2846-9D30-F835A46570F2}" type="presParOf" srcId="{D2518E44-7C40-6D45-B4F7-4362F6EE650C}" destId="{5CA1423E-9529-2240-8035-F188E4CF1475}" srcOrd="0" destOrd="0" presId="urn:microsoft.com/office/officeart/2016/7/layout/VerticalDownArrowProcess"/>
    <dgm:cxn modelId="{E4714887-AE08-0C49-9067-41DE2F68A1F8}" type="presParOf" srcId="{D2518E44-7C40-6D45-B4F7-4362F6EE650C}" destId="{B4DCAA9D-4F56-DF42-A424-EE9A75C46C93}" srcOrd="1" destOrd="0" presId="urn:microsoft.com/office/officeart/2016/7/layout/VerticalDownArrowProcess"/>
    <dgm:cxn modelId="{50DAA922-672F-2849-9B41-40ADF4A70AA4}" type="presParOf" srcId="{85E71140-56E3-0147-9F5C-B37B7CD9FE64}" destId="{F154FC07-7B14-8849-83A9-1A02FCBEC37B}" srcOrd="1" destOrd="0" presId="urn:microsoft.com/office/officeart/2016/7/layout/VerticalDownArrowProcess"/>
    <dgm:cxn modelId="{FBC8C042-4ED7-BC4B-B166-E738D2B22FCF}" type="presParOf" srcId="{85E71140-56E3-0147-9F5C-B37B7CD9FE64}" destId="{AD5EF40B-38D9-3A4D-8CCE-2AE0882D38CB}" srcOrd="2" destOrd="0" presId="urn:microsoft.com/office/officeart/2016/7/layout/VerticalDownArrowProcess"/>
    <dgm:cxn modelId="{39A45A37-82E9-BA4D-910B-EC3230A0E4E2}" type="presParOf" srcId="{AD5EF40B-38D9-3A4D-8CCE-2AE0882D38CB}" destId="{27981BCC-27F1-9E40-844C-E8C2DB3F1DAF}" srcOrd="0" destOrd="0" presId="urn:microsoft.com/office/officeart/2016/7/layout/VerticalDownArrowProcess"/>
    <dgm:cxn modelId="{2F323910-E835-424E-890D-3A6876CB3033}" type="presParOf" srcId="{AD5EF40B-38D9-3A4D-8CCE-2AE0882D38CB}" destId="{D2636393-C39F-8E40-B0EE-CF8189152D93}" srcOrd="1" destOrd="0" presId="urn:microsoft.com/office/officeart/2016/7/layout/VerticalDownArrowProcess"/>
    <dgm:cxn modelId="{D88F90E1-9248-E64C-8A7A-5CE49FD4F04F}" type="presParOf" srcId="{AD5EF40B-38D9-3A4D-8CCE-2AE0882D38CB}" destId="{9210B783-0102-574F-8D91-AA3E6883B42A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5E8F66A-A9BE-4ED7-945D-F8B57445905D}" type="doc">
      <dgm:prSet loTypeId="urn:microsoft.com/office/officeart/2016/7/layout/VerticalDownArrowProcess" loCatId="process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C136378-DDE8-45CA-B6C7-934F0DE57770}">
      <dgm:prSet/>
      <dgm:spPr>
        <a:solidFill>
          <a:schemeClr val="tx2">
            <a:lumMod val="50000"/>
            <a:lumOff val="50000"/>
          </a:schemeClr>
        </a:solidFill>
        <a:ln>
          <a:solidFill>
            <a:schemeClr val="tx2">
              <a:lumMod val="50000"/>
              <a:lumOff val="50000"/>
            </a:schemeClr>
          </a:solidFill>
        </a:ln>
      </dgm:spPr>
      <dgm:t>
        <a:bodyPr/>
        <a:lstStyle/>
        <a:p>
          <a:r>
            <a:rPr lang="en-US" dirty="0"/>
            <a:t>Step 6: Feature Selection </a:t>
          </a:r>
        </a:p>
      </dgm:t>
    </dgm:pt>
    <dgm:pt modelId="{D005BD5A-E638-4763-9DF8-BDA1B7BC13A1}" type="parTrans" cxnId="{99177A7B-FE48-49AF-BE54-EB20BA8530E2}">
      <dgm:prSet/>
      <dgm:spPr/>
      <dgm:t>
        <a:bodyPr/>
        <a:lstStyle/>
        <a:p>
          <a:endParaRPr lang="en-US"/>
        </a:p>
      </dgm:t>
    </dgm:pt>
    <dgm:pt modelId="{E66EDC9F-C2AA-4E51-9BA9-2BE0BE875634}" type="sibTrans" cxnId="{99177A7B-FE48-49AF-BE54-EB20BA8530E2}">
      <dgm:prSet/>
      <dgm:spPr/>
      <dgm:t>
        <a:bodyPr/>
        <a:lstStyle/>
        <a:p>
          <a:endParaRPr lang="en-US"/>
        </a:p>
      </dgm:t>
    </dgm:pt>
    <dgm:pt modelId="{4284BD09-E117-4DEE-B7F6-E3710166A653}">
      <dgm:prSet custT="1"/>
      <dgm:spPr>
        <a:solidFill>
          <a:srgbClr val="C1ECFF">
            <a:alpha val="90000"/>
          </a:srgbClr>
        </a:solidFill>
      </dgm:spPr>
      <dgm:t>
        <a:bodyPr anchor="ctr"/>
        <a:lstStyle/>
        <a:p>
          <a:r>
            <a:rPr lang="en-US" sz="1800" dirty="0"/>
            <a:t>Drop one variable in any pair with Pearson correlation &gt; 0.9</a:t>
          </a:r>
        </a:p>
      </dgm:t>
    </dgm:pt>
    <dgm:pt modelId="{EB656A27-4F1C-42C3-89D0-9B63B5E05B4D}" type="parTrans" cxnId="{50D1F734-FA78-4531-94F9-CC7FA0214C9F}">
      <dgm:prSet/>
      <dgm:spPr/>
      <dgm:t>
        <a:bodyPr/>
        <a:lstStyle/>
        <a:p>
          <a:endParaRPr lang="en-US"/>
        </a:p>
      </dgm:t>
    </dgm:pt>
    <dgm:pt modelId="{8AF1EB0B-11AE-423A-9C3E-2071F46B46A3}" type="sibTrans" cxnId="{50D1F734-FA78-4531-94F9-CC7FA0214C9F}">
      <dgm:prSet/>
      <dgm:spPr/>
      <dgm:t>
        <a:bodyPr/>
        <a:lstStyle/>
        <a:p>
          <a:endParaRPr lang="en-US"/>
        </a:p>
      </dgm:t>
    </dgm:pt>
    <dgm:pt modelId="{CB319495-27DC-4065-8AF6-34EE3B8E7D27}">
      <dgm:prSet/>
      <dgm:spPr>
        <a:solidFill>
          <a:schemeClr val="tx2">
            <a:lumMod val="75000"/>
            <a:lumOff val="25000"/>
          </a:schemeClr>
        </a:solidFill>
        <a:ln>
          <a:solidFill>
            <a:schemeClr val="tx2">
              <a:lumMod val="75000"/>
              <a:lumOff val="25000"/>
            </a:schemeClr>
          </a:solidFill>
        </a:ln>
      </dgm:spPr>
      <dgm:t>
        <a:bodyPr/>
        <a:lstStyle/>
        <a:p>
          <a:r>
            <a:rPr lang="en-US" dirty="0"/>
            <a:t>Step 7: Handling Class Imbalance</a:t>
          </a:r>
        </a:p>
      </dgm:t>
    </dgm:pt>
    <dgm:pt modelId="{5BAE6F5E-87BF-4104-96C0-472F1395B21B}" type="parTrans" cxnId="{C426D9F1-3CFF-434B-8915-0F3141892186}">
      <dgm:prSet/>
      <dgm:spPr/>
      <dgm:t>
        <a:bodyPr/>
        <a:lstStyle/>
        <a:p>
          <a:endParaRPr lang="en-US"/>
        </a:p>
      </dgm:t>
    </dgm:pt>
    <dgm:pt modelId="{D235BF85-6295-40EC-BFA8-F25854BCCFA6}" type="sibTrans" cxnId="{C426D9F1-3CFF-434B-8915-0F3141892186}">
      <dgm:prSet/>
      <dgm:spPr/>
      <dgm:t>
        <a:bodyPr/>
        <a:lstStyle/>
        <a:p>
          <a:endParaRPr lang="en-US"/>
        </a:p>
      </dgm:t>
    </dgm:pt>
    <dgm:pt modelId="{122B02BE-CDC3-498A-8E53-41A1FD5E68D3}">
      <dgm:prSet custT="1"/>
      <dgm:spPr/>
      <dgm:t>
        <a:bodyPr anchor="ctr"/>
        <a:lstStyle/>
        <a:p>
          <a:r>
            <a:rPr lang="en-US" sz="1800" dirty="0"/>
            <a:t>Class imbalance was handled directly in </a:t>
          </a:r>
          <a:r>
            <a:rPr lang="en-US" sz="1800" dirty="0" err="1"/>
            <a:t>XGBoost</a:t>
          </a:r>
          <a:r>
            <a:rPr lang="en-US" sz="1800" dirty="0"/>
            <a:t> using </a:t>
          </a:r>
          <a:r>
            <a:rPr lang="en-US" sz="1800" dirty="0" err="1"/>
            <a:t>scale_pos_weight</a:t>
          </a:r>
          <a:endParaRPr lang="en-US" sz="1800" b="1" dirty="0"/>
        </a:p>
      </dgm:t>
    </dgm:pt>
    <dgm:pt modelId="{8B65228E-271B-4502-AF63-64BEDE416759}" type="parTrans" cxnId="{247C9348-E55E-428C-B172-6385C00FC517}">
      <dgm:prSet/>
      <dgm:spPr/>
      <dgm:t>
        <a:bodyPr/>
        <a:lstStyle/>
        <a:p>
          <a:endParaRPr lang="en-US"/>
        </a:p>
      </dgm:t>
    </dgm:pt>
    <dgm:pt modelId="{25BF6661-FCED-49B4-AB97-CF2AE496C70D}" type="sibTrans" cxnId="{247C9348-E55E-428C-B172-6385C00FC517}">
      <dgm:prSet/>
      <dgm:spPr/>
      <dgm:t>
        <a:bodyPr/>
        <a:lstStyle/>
        <a:p>
          <a:endParaRPr lang="en-US"/>
        </a:p>
      </dgm:t>
    </dgm:pt>
    <dgm:pt modelId="{FC34B041-6D86-463E-A9FF-ECAD4DFD940D}">
      <dgm:prSet/>
      <dgm:spPr>
        <a:solidFill>
          <a:schemeClr val="tx2">
            <a:lumMod val="90000"/>
            <a:lumOff val="10000"/>
          </a:schemeClr>
        </a:solidFill>
        <a:ln>
          <a:solidFill>
            <a:schemeClr val="tx2">
              <a:lumMod val="90000"/>
              <a:lumOff val="10000"/>
            </a:schemeClr>
          </a:solidFill>
        </a:ln>
      </dgm:spPr>
      <dgm:t>
        <a:bodyPr/>
        <a:lstStyle/>
        <a:p>
          <a:r>
            <a:rPr lang="en-US" dirty="0"/>
            <a:t>Step 8: Output and Documentation</a:t>
          </a:r>
        </a:p>
      </dgm:t>
    </dgm:pt>
    <dgm:pt modelId="{F1EE4B44-FBBD-4E11-8813-2A596BC7CAD6}" type="parTrans" cxnId="{2C1D383F-4BD6-4F0E-98B1-F7AE1E623A72}">
      <dgm:prSet/>
      <dgm:spPr/>
      <dgm:t>
        <a:bodyPr/>
        <a:lstStyle/>
        <a:p>
          <a:endParaRPr lang="en-US"/>
        </a:p>
      </dgm:t>
    </dgm:pt>
    <dgm:pt modelId="{29683688-A6F2-4A98-9534-DDDFE90A52E7}" type="sibTrans" cxnId="{2C1D383F-4BD6-4F0E-98B1-F7AE1E623A72}">
      <dgm:prSet/>
      <dgm:spPr/>
      <dgm:t>
        <a:bodyPr/>
        <a:lstStyle/>
        <a:p>
          <a:endParaRPr lang="en-US"/>
        </a:p>
      </dgm:t>
    </dgm:pt>
    <dgm:pt modelId="{4D5A8ADC-04E9-4C17-9FD4-29EF19D16BCB}">
      <dgm:prSet custT="1"/>
      <dgm:spPr>
        <a:solidFill>
          <a:srgbClr val="7CB1E1">
            <a:alpha val="89804"/>
          </a:srgbClr>
        </a:solidFill>
      </dgm:spPr>
      <dgm:t>
        <a:bodyPr anchor="ctr"/>
        <a:lstStyle/>
        <a:p>
          <a:r>
            <a:rPr lang="en-US" sz="1800" dirty="0"/>
            <a:t>Export cleaned dataset</a:t>
          </a:r>
          <a:endParaRPr lang="en-US" sz="1800" b="1" dirty="0"/>
        </a:p>
      </dgm:t>
    </dgm:pt>
    <dgm:pt modelId="{707FCDE5-2360-4EB7-ACA3-89E0DC09F34C}" type="parTrans" cxnId="{F5BBD282-6FA9-420F-95EC-BD8120A0D5A7}">
      <dgm:prSet/>
      <dgm:spPr/>
      <dgm:t>
        <a:bodyPr/>
        <a:lstStyle/>
        <a:p>
          <a:endParaRPr lang="en-US"/>
        </a:p>
      </dgm:t>
    </dgm:pt>
    <dgm:pt modelId="{3EE83D39-3675-4DF3-8E9E-9EF81033CACC}" type="sibTrans" cxnId="{F5BBD282-6FA9-420F-95EC-BD8120A0D5A7}">
      <dgm:prSet/>
      <dgm:spPr/>
      <dgm:t>
        <a:bodyPr/>
        <a:lstStyle/>
        <a:p>
          <a:endParaRPr lang="en-US"/>
        </a:p>
      </dgm:t>
    </dgm:pt>
    <dgm:pt modelId="{85E71140-56E3-0147-9F5C-B37B7CD9FE64}" type="pres">
      <dgm:prSet presAssocID="{85E8F66A-A9BE-4ED7-945D-F8B57445905D}" presName="Name0" presStyleCnt="0">
        <dgm:presLayoutVars>
          <dgm:dir/>
          <dgm:animLvl val="lvl"/>
          <dgm:resizeHandles val="exact"/>
        </dgm:presLayoutVars>
      </dgm:prSet>
      <dgm:spPr/>
    </dgm:pt>
    <dgm:pt modelId="{5D306545-3D0B-7A40-AEE8-8657F1986A22}" type="pres">
      <dgm:prSet presAssocID="{FC34B041-6D86-463E-A9FF-ECAD4DFD940D}" presName="boxAndChildren" presStyleCnt="0"/>
      <dgm:spPr/>
    </dgm:pt>
    <dgm:pt modelId="{71928A3C-36E6-9D45-8C2E-B6E167DEFDA0}" type="pres">
      <dgm:prSet presAssocID="{FC34B041-6D86-463E-A9FF-ECAD4DFD940D}" presName="parentTextBox" presStyleLbl="alignNode1" presStyleIdx="0" presStyleCnt="3"/>
      <dgm:spPr/>
    </dgm:pt>
    <dgm:pt modelId="{67C3590A-BD11-7E4D-A9DD-A1BF6AA9320B}" type="pres">
      <dgm:prSet presAssocID="{FC34B041-6D86-463E-A9FF-ECAD4DFD940D}" presName="descendantBox" presStyleLbl="bgAccFollowNode1" presStyleIdx="0" presStyleCnt="3"/>
      <dgm:spPr/>
    </dgm:pt>
    <dgm:pt modelId="{76D65E5C-115D-AD43-AC8F-85FE73721EC0}" type="pres">
      <dgm:prSet presAssocID="{D235BF85-6295-40EC-BFA8-F25854BCCFA6}" presName="sp" presStyleCnt="0"/>
      <dgm:spPr/>
    </dgm:pt>
    <dgm:pt modelId="{718EB175-C56D-E14B-8A4B-0E2C4E36ACDE}" type="pres">
      <dgm:prSet presAssocID="{CB319495-27DC-4065-8AF6-34EE3B8E7D27}" presName="arrowAndChildren" presStyleCnt="0"/>
      <dgm:spPr/>
    </dgm:pt>
    <dgm:pt modelId="{8B7F6091-C47B-5140-BE43-B869E844F25A}" type="pres">
      <dgm:prSet presAssocID="{CB319495-27DC-4065-8AF6-34EE3B8E7D27}" presName="parentTextArrow" presStyleLbl="node1" presStyleIdx="0" presStyleCnt="0"/>
      <dgm:spPr/>
    </dgm:pt>
    <dgm:pt modelId="{A8632CA3-78A9-2441-A70A-7E2E6CAB60E4}" type="pres">
      <dgm:prSet presAssocID="{CB319495-27DC-4065-8AF6-34EE3B8E7D27}" presName="arrow" presStyleLbl="alignNode1" presStyleIdx="1" presStyleCnt="3"/>
      <dgm:spPr/>
    </dgm:pt>
    <dgm:pt modelId="{56D31CF7-C720-0341-B391-E0BCADFB2FC3}" type="pres">
      <dgm:prSet presAssocID="{CB319495-27DC-4065-8AF6-34EE3B8E7D27}" presName="descendantArrow" presStyleLbl="bgAccFollowNode1" presStyleIdx="1" presStyleCnt="3"/>
      <dgm:spPr/>
    </dgm:pt>
    <dgm:pt modelId="{F154FC07-7B14-8849-83A9-1A02FCBEC37B}" type="pres">
      <dgm:prSet presAssocID="{E66EDC9F-C2AA-4E51-9BA9-2BE0BE875634}" presName="sp" presStyleCnt="0"/>
      <dgm:spPr/>
    </dgm:pt>
    <dgm:pt modelId="{AD5EF40B-38D9-3A4D-8CCE-2AE0882D38CB}" type="pres">
      <dgm:prSet presAssocID="{0C136378-DDE8-45CA-B6C7-934F0DE57770}" presName="arrowAndChildren" presStyleCnt="0"/>
      <dgm:spPr/>
    </dgm:pt>
    <dgm:pt modelId="{27981BCC-27F1-9E40-844C-E8C2DB3F1DAF}" type="pres">
      <dgm:prSet presAssocID="{0C136378-DDE8-45CA-B6C7-934F0DE57770}" presName="parentTextArrow" presStyleLbl="node1" presStyleIdx="0" presStyleCnt="0"/>
      <dgm:spPr/>
    </dgm:pt>
    <dgm:pt modelId="{D2636393-C39F-8E40-B0EE-CF8189152D93}" type="pres">
      <dgm:prSet presAssocID="{0C136378-DDE8-45CA-B6C7-934F0DE57770}" presName="arrow" presStyleLbl="alignNode1" presStyleIdx="2" presStyleCnt="3"/>
      <dgm:spPr/>
    </dgm:pt>
    <dgm:pt modelId="{9210B783-0102-574F-8D91-AA3E6883B42A}" type="pres">
      <dgm:prSet presAssocID="{0C136378-DDE8-45CA-B6C7-934F0DE57770}" presName="descendantArrow" presStyleLbl="bgAccFollowNode1" presStyleIdx="2" presStyleCnt="3"/>
      <dgm:spPr/>
    </dgm:pt>
  </dgm:ptLst>
  <dgm:cxnLst>
    <dgm:cxn modelId="{6090FA17-EDE0-4442-B025-C7EAA17263B0}" type="presOf" srcId="{4284BD09-E117-4DEE-B7F6-E3710166A653}" destId="{9210B783-0102-574F-8D91-AA3E6883B42A}" srcOrd="0" destOrd="0" presId="urn:microsoft.com/office/officeart/2016/7/layout/VerticalDownArrowProcess"/>
    <dgm:cxn modelId="{E66EE12D-89D7-3C40-BC7D-81BCAA18D610}" type="presOf" srcId="{0C136378-DDE8-45CA-B6C7-934F0DE57770}" destId="{D2636393-C39F-8E40-B0EE-CF8189152D93}" srcOrd="1" destOrd="0" presId="urn:microsoft.com/office/officeart/2016/7/layout/VerticalDownArrowProcess"/>
    <dgm:cxn modelId="{50D1F734-FA78-4531-94F9-CC7FA0214C9F}" srcId="{0C136378-DDE8-45CA-B6C7-934F0DE57770}" destId="{4284BD09-E117-4DEE-B7F6-E3710166A653}" srcOrd="0" destOrd="0" parTransId="{EB656A27-4F1C-42C3-89D0-9B63B5E05B4D}" sibTransId="{8AF1EB0B-11AE-423A-9C3E-2071F46B46A3}"/>
    <dgm:cxn modelId="{2C1D383F-4BD6-4F0E-98B1-F7AE1E623A72}" srcId="{85E8F66A-A9BE-4ED7-945D-F8B57445905D}" destId="{FC34B041-6D86-463E-A9FF-ECAD4DFD940D}" srcOrd="2" destOrd="0" parTransId="{F1EE4B44-FBBD-4E11-8813-2A596BC7CAD6}" sibTransId="{29683688-A6F2-4A98-9534-DDDFE90A52E7}"/>
    <dgm:cxn modelId="{247C9348-E55E-428C-B172-6385C00FC517}" srcId="{CB319495-27DC-4065-8AF6-34EE3B8E7D27}" destId="{122B02BE-CDC3-498A-8E53-41A1FD5E68D3}" srcOrd="0" destOrd="0" parTransId="{8B65228E-271B-4502-AF63-64BEDE416759}" sibTransId="{25BF6661-FCED-49B4-AB97-CF2AE496C70D}"/>
    <dgm:cxn modelId="{5E9B274D-A3BB-7244-ADA0-2CA3C5A8F03E}" type="presOf" srcId="{4D5A8ADC-04E9-4C17-9FD4-29EF19D16BCB}" destId="{67C3590A-BD11-7E4D-A9DD-A1BF6AA9320B}" srcOrd="0" destOrd="0" presId="urn:microsoft.com/office/officeart/2016/7/layout/VerticalDownArrowProcess"/>
    <dgm:cxn modelId="{1FE4744D-D029-EE4F-8929-6DBC74F140F1}" type="presOf" srcId="{CB319495-27DC-4065-8AF6-34EE3B8E7D27}" destId="{8B7F6091-C47B-5140-BE43-B869E844F25A}" srcOrd="0" destOrd="0" presId="urn:microsoft.com/office/officeart/2016/7/layout/VerticalDownArrowProcess"/>
    <dgm:cxn modelId="{C3A2B861-296F-5246-9322-B964EC655ED7}" type="presOf" srcId="{85E8F66A-A9BE-4ED7-945D-F8B57445905D}" destId="{85E71140-56E3-0147-9F5C-B37B7CD9FE64}" srcOrd="0" destOrd="0" presId="urn:microsoft.com/office/officeart/2016/7/layout/VerticalDownArrowProcess"/>
    <dgm:cxn modelId="{99177A7B-FE48-49AF-BE54-EB20BA8530E2}" srcId="{85E8F66A-A9BE-4ED7-945D-F8B57445905D}" destId="{0C136378-DDE8-45CA-B6C7-934F0DE57770}" srcOrd="0" destOrd="0" parTransId="{D005BD5A-E638-4763-9DF8-BDA1B7BC13A1}" sibTransId="{E66EDC9F-C2AA-4E51-9BA9-2BE0BE875634}"/>
    <dgm:cxn modelId="{EBBE127F-67D3-C94F-95CF-13CDD4F62D2C}" type="presOf" srcId="{122B02BE-CDC3-498A-8E53-41A1FD5E68D3}" destId="{56D31CF7-C720-0341-B391-E0BCADFB2FC3}" srcOrd="0" destOrd="0" presId="urn:microsoft.com/office/officeart/2016/7/layout/VerticalDownArrowProcess"/>
    <dgm:cxn modelId="{F5BBD282-6FA9-420F-95EC-BD8120A0D5A7}" srcId="{FC34B041-6D86-463E-A9FF-ECAD4DFD940D}" destId="{4D5A8ADC-04E9-4C17-9FD4-29EF19D16BCB}" srcOrd="0" destOrd="0" parTransId="{707FCDE5-2360-4EB7-ACA3-89E0DC09F34C}" sibTransId="{3EE83D39-3675-4DF3-8E9E-9EF81033CACC}"/>
    <dgm:cxn modelId="{5C83CEA8-A4CD-B642-A374-2FAD433C67E8}" type="presOf" srcId="{CB319495-27DC-4065-8AF6-34EE3B8E7D27}" destId="{A8632CA3-78A9-2441-A70A-7E2E6CAB60E4}" srcOrd="1" destOrd="0" presId="urn:microsoft.com/office/officeart/2016/7/layout/VerticalDownArrowProcess"/>
    <dgm:cxn modelId="{7CB978CE-A51B-034F-94C7-03CBDC1481DE}" type="presOf" srcId="{0C136378-DDE8-45CA-B6C7-934F0DE57770}" destId="{27981BCC-27F1-9E40-844C-E8C2DB3F1DAF}" srcOrd="0" destOrd="0" presId="urn:microsoft.com/office/officeart/2016/7/layout/VerticalDownArrowProcess"/>
    <dgm:cxn modelId="{51E961D3-9E79-FF4E-83D1-353A8D50B1EF}" type="presOf" srcId="{FC34B041-6D86-463E-A9FF-ECAD4DFD940D}" destId="{71928A3C-36E6-9D45-8C2E-B6E167DEFDA0}" srcOrd="0" destOrd="0" presId="urn:microsoft.com/office/officeart/2016/7/layout/VerticalDownArrowProcess"/>
    <dgm:cxn modelId="{C426D9F1-3CFF-434B-8915-0F3141892186}" srcId="{85E8F66A-A9BE-4ED7-945D-F8B57445905D}" destId="{CB319495-27DC-4065-8AF6-34EE3B8E7D27}" srcOrd="1" destOrd="0" parTransId="{5BAE6F5E-87BF-4104-96C0-472F1395B21B}" sibTransId="{D235BF85-6295-40EC-BFA8-F25854BCCFA6}"/>
    <dgm:cxn modelId="{5BDA8D99-E767-014E-AA79-84BAA429647B}" type="presParOf" srcId="{85E71140-56E3-0147-9F5C-B37B7CD9FE64}" destId="{5D306545-3D0B-7A40-AEE8-8657F1986A22}" srcOrd="0" destOrd="0" presId="urn:microsoft.com/office/officeart/2016/7/layout/VerticalDownArrowProcess"/>
    <dgm:cxn modelId="{FD652B8F-F00E-A34A-BC4F-E305A62E5F82}" type="presParOf" srcId="{5D306545-3D0B-7A40-AEE8-8657F1986A22}" destId="{71928A3C-36E6-9D45-8C2E-B6E167DEFDA0}" srcOrd="0" destOrd="0" presId="urn:microsoft.com/office/officeart/2016/7/layout/VerticalDownArrowProcess"/>
    <dgm:cxn modelId="{97A7CAC8-634E-F347-BE90-4C7B62D11829}" type="presParOf" srcId="{5D306545-3D0B-7A40-AEE8-8657F1986A22}" destId="{67C3590A-BD11-7E4D-A9DD-A1BF6AA9320B}" srcOrd="1" destOrd="0" presId="urn:microsoft.com/office/officeart/2016/7/layout/VerticalDownArrowProcess"/>
    <dgm:cxn modelId="{59AF1CAE-8E2B-DC40-8DC8-898EDA69ED5A}" type="presParOf" srcId="{85E71140-56E3-0147-9F5C-B37B7CD9FE64}" destId="{76D65E5C-115D-AD43-AC8F-85FE73721EC0}" srcOrd="1" destOrd="0" presId="urn:microsoft.com/office/officeart/2016/7/layout/VerticalDownArrowProcess"/>
    <dgm:cxn modelId="{3712A49D-DBD7-F84A-811B-7C51E16469C5}" type="presParOf" srcId="{85E71140-56E3-0147-9F5C-B37B7CD9FE64}" destId="{718EB175-C56D-E14B-8A4B-0E2C4E36ACDE}" srcOrd="2" destOrd="0" presId="urn:microsoft.com/office/officeart/2016/7/layout/VerticalDownArrowProcess"/>
    <dgm:cxn modelId="{93ED89BD-8235-F644-A858-3B804A7D05A9}" type="presParOf" srcId="{718EB175-C56D-E14B-8A4B-0E2C4E36ACDE}" destId="{8B7F6091-C47B-5140-BE43-B869E844F25A}" srcOrd="0" destOrd="0" presId="urn:microsoft.com/office/officeart/2016/7/layout/VerticalDownArrowProcess"/>
    <dgm:cxn modelId="{02029BA0-FDCE-3744-8609-622D5477F354}" type="presParOf" srcId="{718EB175-C56D-E14B-8A4B-0E2C4E36ACDE}" destId="{A8632CA3-78A9-2441-A70A-7E2E6CAB60E4}" srcOrd="1" destOrd="0" presId="urn:microsoft.com/office/officeart/2016/7/layout/VerticalDownArrowProcess"/>
    <dgm:cxn modelId="{B6707584-370E-344E-894C-8462CA26A2B1}" type="presParOf" srcId="{718EB175-C56D-E14B-8A4B-0E2C4E36ACDE}" destId="{56D31CF7-C720-0341-B391-E0BCADFB2FC3}" srcOrd="2" destOrd="0" presId="urn:microsoft.com/office/officeart/2016/7/layout/VerticalDownArrowProcess"/>
    <dgm:cxn modelId="{50DAA922-672F-2849-9B41-40ADF4A70AA4}" type="presParOf" srcId="{85E71140-56E3-0147-9F5C-B37B7CD9FE64}" destId="{F154FC07-7B14-8849-83A9-1A02FCBEC37B}" srcOrd="3" destOrd="0" presId="urn:microsoft.com/office/officeart/2016/7/layout/VerticalDownArrowProcess"/>
    <dgm:cxn modelId="{FBC8C042-4ED7-BC4B-B166-E738D2B22FCF}" type="presParOf" srcId="{85E71140-56E3-0147-9F5C-B37B7CD9FE64}" destId="{AD5EF40B-38D9-3A4D-8CCE-2AE0882D38CB}" srcOrd="4" destOrd="0" presId="urn:microsoft.com/office/officeart/2016/7/layout/VerticalDownArrowProcess"/>
    <dgm:cxn modelId="{39A45A37-82E9-BA4D-910B-EC3230A0E4E2}" type="presParOf" srcId="{AD5EF40B-38D9-3A4D-8CCE-2AE0882D38CB}" destId="{27981BCC-27F1-9E40-844C-E8C2DB3F1DAF}" srcOrd="0" destOrd="0" presId="urn:microsoft.com/office/officeart/2016/7/layout/VerticalDownArrowProcess"/>
    <dgm:cxn modelId="{2F323910-E835-424E-890D-3A6876CB3033}" type="presParOf" srcId="{AD5EF40B-38D9-3A4D-8CCE-2AE0882D38CB}" destId="{D2636393-C39F-8E40-B0EE-CF8189152D93}" srcOrd="1" destOrd="0" presId="urn:microsoft.com/office/officeart/2016/7/layout/VerticalDownArrowProcess"/>
    <dgm:cxn modelId="{D88F90E1-9248-E64C-8A7A-5CE49FD4F04F}" type="presParOf" srcId="{AD5EF40B-38D9-3A4D-8CCE-2AE0882D38CB}" destId="{9210B783-0102-574F-8D91-AA3E6883B42A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2B017AD-9EB6-4109-9672-0AD6B76BE7B0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5D2AF215-3F6D-42EB-AF6A-59588CEED0F5}">
      <dgm:prSet/>
      <dgm:spPr/>
      <dgm:t>
        <a:bodyPr/>
        <a:lstStyle/>
        <a:p>
          <a:r>
            <a:rPr lang="en-US"/>
            <a:t>Model Improvements</a:t>
          </a:r>
        </a:p>
      </dgm:t>
    </dgm:pt>
    <dgm:pt modelId="{1F0C55D5-093B-4AC7-B48C-DEECCFF75E60}" type="parTrans" cxnId="{CF1C92AE-AA38-400C-8BFC-84E8FCAC04AC}">
      <dgm:prSet/>
      <dgm:spPr/>
      <dgm:t>
        <a:bodyPr/>
        <a:lstStyle/>
        <a:p>
          <a:endParaRPr lang="en-US"/>
        </a:p>
      </dgm:t>
    </dgm:pt>
    <dgm:pt modelId="{AF6EA2B3-8F8A-4261-BF4F-0407519651D2}" type="sibTrans" cxnId="{CF1C92AE-AA38-400C-8BFC-84E8FCAC04AC}">
      <dgm:prSet/>
      <dgm:spPr/>
      <dgm:t>
        <a:bodyPr/>
        <a:lstStyle/>
        <a:p>
          <a:endParaRPr lang="en-US"/>
        </a:p>
      </dgm:t>
    </dgm:pt>
    <dgm:pt modelId="{CE5E39FD-2F78-42B7-B14A-C976EEC11696}">
      <dgm:prSet/>
      <dgm:spPr/>
      <dgm:t>
        <a:bodyPr/>
        <a:lstStyle/>
        <a:p>
          <a:r>
            <a:rPr lang="en-US"/>
            <a:t>Expand feature selection to reduce noise and improve interpretability</a:t>
          </a:r>
        </a:p>
      </dgm:t>
    </dgm:pt>
    <dgm:pt modelId="{37208F5A-C5EE-488D-97B6-3AC69B83A902}" type="parTrans" cxnId="{4D0D0A3D-B80E-4ADA-91F2-8BE63859CE3E}">
      <dgm:prSet/>
      <dgm:spPr/>
      <dgm:t>
        <a:bodyPr/>
        <a:lstStyle/>
        <a:p>
          <a:endParaRPr lang="en-US"/>
        </a:p>
      </dgm:t>
    </dgm:pt>
    <dgm:pt modelId="{925C1487-C79A-4A93-9142-AFD93E0E7B0C}" type="sibTrans" cxnId="{4D0D0A3D-B80E-4ADA-91F2-8BE63859CE3E}">
      <dgm:prSet/>
      <dgm:spPr/>
      <dgm:t>
        <a:bodyPr/>
        <a:lstStyle/>
        <a:p>
          <a:endParaRPr lang="en-US"/>
        </a:p>
      </dgm:t>
    </dgm:pt>
    <dgm:pt modelId="{38AA2827-E33E-4D04-837F-F652F030FADF}">
      <dgm:prSet/>
      <dgm:spPr/>
      <dgm:t>
        <a:bodyPr/>
        <a:lstStyle/>
        <a:p>
          <a:r>
            <a:rPr lang="en-US"/>
            <a:t>Test alternative models (e.g., LightGBM) for benchmarking</a:t>
          </a:r>
        </a:p>
      </dgm:t>
    </dgm:pt>
    <dgm:pt modelId="{16E9729A-41B1-4675-92C6-21BF7590F26F}" type="parTrans" cxnId="{4B5EDD02-A9DD-4C8B-987E-2B0BBA842E4C}">
      <dgm:prSet/>
      <dgm:spPr/>
      <dgm:t>
        <a:bodyPr/>
        <a:lstStyle/>
        <a:p>
          <a:endParaRPr lang="en-US"/>
        </a:p>
      </dgm:t>
    </dgm:pt>
    <dgm:pt modelId="{0E1A03D0-484C-481A-A20F-AB5FA7D67E24}" type="sibTrans" cxnId="{4B5EDD02-A9DD-4C8B-987E-2B0BBA842E4C}">
      <dgm:prSet/>
      <dgm:spPr/>
      <dgm:t>
        <a:bodyPr/>
        <a:lstStyle/>
        <a:p>
          <a:endParaRPr lang="en-US"/>
        </a:p>
      </dgm:t>
    </dgm:pt>
    <dgm:pt modelId="{01078FDB-21A3-4933-86B2-286DAE62408E}">
      <dgm:prSet/>
      <dgm:spPr/>
      <dgm:t>
        <a:bodyPr/>
        <a:lstStyle/>
        <a:p>
          <a:r>
            <a:rPr lang="en-US"/>
            <a:t>Data Enhancements</a:t>
          </a:r>
        </a:p>
      </dgm:t>
    </dgm:pt>
    <dgm:pt modelId="{1EF2745E-A830-4F75-84F6-26074CC3B69B}" type="parTrans" cxnId="{752A86C8-FB5D-4327-93F2-2B9A815E5EAA}">
      <dgm:prSet/>
      <dgm:spPr/>
      <dgm:t>
        <a:bodyPr/>
        <a:lstStyle/>
        <a:p>
          <a:endParaRPr lang="en-US"/>
        </a:p>
      </dgm:t>
    </dgm:pt>
    <dgm:pt modelId="{FBA217D0-2027-4358-8E76-BEA068A49984}" type="sibTrans" cxnId="{752A86C8-FB5D-4327-93F2-2B9A815E5EAA}">
      <dgm:prSet/>
      <dgm:spPr/>
      <dgm:t>
        <a:bodyPr/>
        <a:lstStyle/>
        <a:p>
          <a:endParaRPr lang="en-US"/>
        </a:p>
      </dgm:t>
    </dgm:pt>
    <dgm:pt modelId="{C4DE9144-A567-4D3F-833F-680014572E61}">
      <dgm:prSet/>
      <dgm:spPr/>
      <dgm:t>
        <a:bodyPr/>
        <a:lstStyle/>
        <a:p>
          <a:r>
            <a:rPr lang="en-US"/>
            <a:t>Incorporate additional behavioral or temporal features</a:t>
          </a:r>
        </a:p>
      </dgm:t>
    </dgm:pt>
    <dgm:pt modelId="{D909B948-AF58-4C69-932E-CF3DF2B2CDB7}" type="parTrans" cxnId="{0D217A07-0EB4-44D8-B135-3F350A1E71FA}">
      <dgm:prSet/>
      <dgm:spPr/>
      <dgm:t>
        <a:bodyPr/>
        <a:lstStyle/>
        <a:p>
          <a:endParaRPr lang="en-US"/>
        </a:p>
      </dgm:t>
    </dgm:pt>
    <dgm:pt modelId="{CC9BAA8A-DA9C-4260-B829-E15167773D45}" type="sibTrans" cxnId="{0D217A07-0EB4-44D8-B135-3F350A1E71FA}">
      <dgm:prSet/>
      <dgm:spPr/>
      <dgm:t>
        <a:bodyPr/>
        <a:lstStyle/>
        <a:p>
          <a:endParaRPr lang="en-US"/>
        </a:p>
      </dgm:t>
    </dgm:pt>
    <dgm:pt modelId="{1FE14CB4-286A-46B3-9F77-0C035258FE39}">
      <dgm:prSet/>
      <dgm:spPr/>
      <dgm:t>
        <a:bodyPr/>
        <a:lstStyle/>
        <a:p>
          <a:r>
            <a:rPr lang="en-US"/>
            <a:t>Gather more labeled fraud cases to reduce imbalance</a:t>
          </a:r>
        </a:p>
      </dgm:t>
    </dgm:pt>
    <dgm:pt modelId="{740BDFC0-3497-43F3-B8EB-27A367DBD73B}" type="parTrans" cxnId="{763D2B67-CC45-4F84-8E06-8C4879353FA8}">
      <dgm:prSet/>
      <dgm:spPr/>
      <dgm:t>
        <a:bodyPr/>
        <a:lstStyle/>
        <a:p>
          <a:endParaRPr lang="en-US"/>
        </a:p>
      </dgm:t>
    </dgm:pt>
    <dgm:pt modelId="{B9C0B5B2-34C7-4307-8056-14A5D589B0EF}" type="sibTrans" cxnId="{763D2B67-CC45-4F84-8E06-8C4879353FA8}">
      <dgm:prSet/>
      <dgm:spPr/>
      <dgm:t>
        <a:bodyPr/>
        <a:lstStyle/>
        <a:p>
          <a:endParaRPr lang="en-US"/>
        </a:p>
      </dgm:t>
    </dgm:pt>
    <dgm:pt modelId="{AEAD1965-38E5-4784-A3F5-E5AD28AECF61}">
      <dgm:prSet/>
      <dgm:spPr/>
      <dgm:t>
        <a:bodyPr/>
        <a:lstStyle/>
        <a:p>
          <a:r>
            <a:rPr lang="en-US"/>
            <a:t>Improve feature documentation to reduce ambiguity in randomized fields</a:t>
          </a:r>
        </a:p>
      </dgm:t>
    </dgm:pt>
    <dgm:pt modelId="{CE70D99B-9239-46D5-B085-1B7C0DF48B14}" type="parTrans" cxnId="{AF96BB57-DC76-4788-9BD2-05625D7238DF}">
      <dgm:prSet/>
      <dgm:spPr/>
      <dgm:t>
        <a:bodyPr/>
        <a:lstStyle/>
        <a:p>
          <a:endParaRPr lang="en-US"/>
        </a:p>
      </dgm:t>
    </dgm:pt>
    <dgm:pt modelId="{5CF7AC41-588C-44EF-A995-A410746CD523}" type="sibTrans" cxnId="{AF96BB57-DC76-4788-9BD2-05625D7238DF}">
      <dgm:prSet/>
      <dgm:spPr/>
      <dgm:t>
        <a:bodyPr/>
        <a:lstStyle/>
        <a:p>
          <a:endParaRPr lang="en-US"/>
        </a:p>
      </dgm:t>
    </dgm:pt>
    <dgm:pt modelId="{EEFFA3E8-44A3-438A-9F78-2150275B43F9}">
      <dgm:prSet/>
      <dgm:spPr/>
      <dgm:t>
        <a:bodyPr/>
        <a:lstStyle/>
        <a:p>
          <a:r>
            <a:rPr lang="en-US"/>
            <a:t>Deployment Considerations</a:t>
          </a:r>
        </a:p>
      </dgm:t>
    </dgm:pt>
    <dgm:pt modelId="{17847AFB-9074-40BF-8605-61308D61AE18}" type="parTrans" cxnId="{CE4A1460-2D65-4DDA-A923-29570783A94D}">
      <dgm:prSet/>
      <dgm:spPr/>
      <dgm:t>
        <a:bodyPr/>
        <a:lstStyle/>
        <a:p>
          <a:endParaRPr lang="en-US"/>
        </a:p>
      </dgm:t>
    </dgm:pt>
    <dgm:pt modelId="{E33C86E4-B454-4F2C-8303-4199814FB0BD}" type="sibTrans" cxnId="{CE4A1460-2D65-4DDA-A923-29570783A94D}">
      <dgm:prSet/>
      <dgm:spPr/>
      <dgm:t>
        <a:bodyPr/>
        <a:lstStyle/>
        <a:p>
          <a:endParaRPr lang="en-US"/>
        </a:p>
      </dgm:t>
    </dgm:pt>
    <dgm:pt modelId="{7F542F99-E75C-4E6B-A782-FE801A089866}">
      <dgm:prSet/>
      <dgm:spPr/>
      <dgm:t>
        <a:bodyPr/>
        <a:lstStyle/>
        <a:p>
          <a:r>
            <a:rPr lang="en-US"/>
            <a:t>Set up a feedback loop with bank employees to capture new fraud patterns</a:t>
          </a:r>
        </a:p>
      </dgm:t>
    </dgm:pt>
    <dgm:pt modelId="{0CEF5D60-6ABD-4C31-AA3D-08C6F665D88E}" type="parTrans" cxnId="{B7C82CA9-AC99-46B7-96A9-4A7CEFA6292C}">
      <dgm:prSet/>
      <dgm:spPr/>
      <dgm:t>
        <a:bodyPr/>
        <a:lstStyle/>
        <a:p>
          <a:endParaRPr lang="en-US"/>
        </a:p>
      </dgm:t>
    </dgm:pt>
    <dgm:pt modelId="{4AE47CB0-337C-4ECF-8F42-3F8510FA90DB}" type="sibTrans" cxnId="{B7C82CA9-AC99-46B7-96A9-4A7CEFA6292C}">
      <dgm:prSet/>
      <dgm:spPr/>
      <dgm:t>
        <a:bodyPr/>
        <a:lstStyle/>
        <a:p>
          <a:endParaRPr lang="en-US"/>
        </a:p>
      </dgm:t>
    </dgm:pt>
    <dgm:pt modelId="{2A61165A-2706-4EB9-81E5-26398221776F}">
      <dgm:prSet/>
      <dgm:spPr/>
      <dgm:t>
        <a:bodyPr/>
        <a:lstStyle/>
        <a:p>
          <a:r>
            <a:rPr lang="en-US"/>
            <a:t>Evaluate model performance in a live environment before full rollout</a:t>
          </a:r>
        </a:p>
      </dgm:t>
    </dgm:pt>
    <dgm:pt modelId="{4F83B97C-51BB-4069-8F1D-7DB181FFEC23}" type="parTrans" cxnId="{E7BB1304-55FC-4CF2-8EFC-BDA99E19C153}">
      <dgm:prSet/>
      <dgm:spPr/>
      <dgm:t>
        <a:bodyPr/>
        <a:lstStyle/>
        <a:p>
          <a:endParaRPr lang="en-US"/>
        </a:p>
      </dgm:t>
    </dgm:pt>
    <dgm:pt modelId="{795BEA8E-C54C-4AAB-9543-7FE201584FA9}" type="sibTrans" cxnId="{E7BB1304-55FC-4CF2-8EFC-BDA99E19C153}">
      <dgm:prSet/>
      <dgm:spPr/>
      <dgm:t>
        <a:bodyPr/>
        <a:lstStyle/>
        <a:p>
          <a:endParaRPr lang="en-US"/>
        </a:p>
      </dgm:t>
    </dgm:pt>
    <dgm:pt modelId="{26D9CF85-E568-324F-A35D-0463DFDB6EE1}" type="pres">
      <dgm:prSet presAssocID="{92B017AD-9EB6-4109-9672-0AD6B76BE7B0}" presName="vert0" presStyleCnt="0">
        <dgm:presLayoutVars>
          <dgm:dir/>
          <dgm:animOne val="branch"/>
          <dgm:animLvl val="lvl"/>
        </dgm:presLayoutVars>
      </dgm:prSet>
      <dgm:spPr/>
    </dgm:pt>
    <dgm:pt modelId="{168DC13A-D917-F648-AC25-C9DF8D94E2AA}" type="pres">
      <dgm:prSet presAssocID="{5D2AF215-3F6D-42EB-AF6A-59588CEED0F5}" presName="thickLine" presStyleLbl="alignNode1" presStyleIdx="0" presStyleCnt="3"/>
      <dgm:spPr/>
    </dgm:pt>
    <dgm:pt modelId="{3139D019-4E4B-D24D-B50D-A1E836B093F7}" type="pres">
      <dgm:prSet presAssocID="{5D2AF215-3F6D-42EB-AF6A-59588CEED0F5}" presName="horz1" presStyleCnt="0"/>
      <dgm:spPr/>
    </dgm:pt>
    <dgm:pt modelId="{CF9EF619-4A10-3B4A-B7AA-D7B2EC84AE1E}" type="pres">
      <dgm:prSet presAssocID="{5D2AF215-3F6D-42EB-AF6A-59588CEED0F5}" presName="tx1" presStyleLbl="revTx" presStyleIdx="0" presStyleCnt="10"/>
      <dgm:spPr/>
    </dgm:pt>
    <dgm:pt modelId="{EB7B5A2F-35D2-0A4C-B34B-0B175D8A20FC}" type="pres">
      <dgm:prSet presAssocID="{5D2AF215-3F6D-42EB-AF6A-59588CEED0F5}" presName="vert1" presStyleCnt="0"/>
      <dgm:spPr/>
    </dgm:pt>
    <dgm:pt modelId="{8B3251D4-1BB6-FB4D-9A52-9AD06B472851}" type="pres">
      <dgm:prSet presAssocID="{CE5E39FD-2F78-42B7-B14A-C976EEC11696}" presName="vertSpace2a" presStyleCnt="0"/>
      <dgm:spPr/>
    </dgm:pt>
    <dgm:pt modelId="{2BB32FD6-72CC-734D-9FC8-89EB77202605}" type="pres">
      <dgm:prSet presAssocID="{CE5E39FD-2F78-42B7-B14A-C976EEC11696}" presName="horz2" presStyleCnt="0"/>
      <dgm:spPr/>
    </dgm:pt>
    <dgm:pt modelId="{AF0B164F-584D-2443-8F45-993F138E0AAA}" type="pres">
      <dgm:prSet presAssocID="{CE5E39FD-2F78-42B7-B14A-C976EEC11696}" presName="horzSpace2" presStyleCnt="0"/>
      <dgm:spPr/>
    </dgm:pt>
    <dgm:pt modelId="{8C13A3CA-4B45-D440-B0EB-3BC3CFED6B51}" type="pres">
      <dgm:prSet presAssocID="{CE5E39FD-2F78-42B7-B14A-C976EEC11696}" presName="tx2" presStyleLbl="revTx" presStyleIdx="1" presStyleCnt="10"/>
      <dgm:spPr/>
    </dgm:pt>
    <dgm:pt modelId="{30E63D58-6331-1047-9404-A149EBDC7C3E}" type="pres">
      <dgm:prSet presAssocID="{CE5E39FD-2F78-42B7-B14A-C976EEC11696}" presName="vert2" presStyleCnt="0"/>
      <dgm:spPr/>
    </dgm:pt>
    <dgm:pt modelId="{48B29B49-E0D2-1745-9B87-89229EF48F46}" type="pres">
      <dgm:prSet presAssocID="{CE5E39FD-2F78-42B7-B14A-C976EEC11696}" presName="thinLine2b" presStyleLbl="callout" presStyleIdx="0" presStyleCnt="7"/>
      <dgm:spPr/>
    </dgm:pt>
    <dgm:pt modelId="{3A8EB3F4-851D-8C4A-B13F-BB363FC08A39}" type="pres">
      <dgm:prSet presAssocID="{CE5E39FD-2F78-42B7-B14A-C976EEC11696}" presName="vertSpace2b" presStyleCnt="0"/>
      <dgm:spPr/>
    </dgm:pt>
    <dgm:pt modelId="{B7779070-F97C-8F42-AC6C-83672264D7A4}" type="pres">
      <dgm:prSet presAssocID="{38AA2827-E33E-4D04-837F-F652F030FADF}" presName="horz2" presStyleCnt="0"/>
      <dgm:spPr/>
    </dgm:pt>
    <dgm:pt modelId="{B7E5AC84-027A-AA46-9DCB-CF5710884A57}" type="pres">
      <dgm:prSet presAssocID="{38AA2827-E33E-4D04-837F-F652F030FADF}" presName="horzSpace2" presStyleCnt="0"/>
      <dgm:spPr/>
    </dgm:pt>
    <dgm:pt modelId="{79C38007-8C12-8A44-BBB3-66C0C26C5C58}" type="pres">
      <dgm:prSet presAssocID="{38AA2827-E33E-4D04-837F-F652F030FADF}" presName="tx2" presStyleLbl="revTx" presStyleIdx="2" presStyleCnt="10"/>
      <dgm:spPr/>
    </dgm:pt>
    <dgm:pt modelId="{87267902-B61D-274C-88F6-5E858E247C44}" type="pres">
      <dgm:prSet presAssocID="{38AA2827-E33E-4D04-837F-F652F030FADF}" presName="vert2" presStyleCnt="0"/>
      <dgm:spPr/>
    </dgm:pt>
    <dgm:pt modelId="{42D02AB2-947C-C04C-AB9B-FC452D37A6D9}" type="pres">
      <dgm:prSet presAssocID="{38AA2827-E33E-4D04-837F-F652F030FADF}" presName="thinLine2b" presStyleLbl="callout" presStyleIdx="1" presStyleCnt="7"/>
      <dgm:spPr/>
    </dgm:pt>
    <dgm:pt modelId="{ECF6D51E-6637-8F4F-8FC3-0CBD2206A9EC}" type="pres">
      <dgm:prSet presAssocID="{38AA2827-E33E-4D04-837F-F652F030FADF}" presName="vertSpace2b" presStyleCnt="0"/>
      <dgm:spPr/>
    </dgm:pt>
    <dgm:pt modelId="{DE3AEB99-568A-0E49-A712-FCF0382E0843}" type="pres">
      <dgm:prSet presAssocID="{01078FDB-21A3-4933-86B2-286DAE62408E}" presName="thickLine" presStyleLbl="alignNode1" presStyleIdx="1" presStyleCnt="3"/>
      <dgm:spPr/>
    </dgm:pt>
    <dgm:pt modelId="{B573FF8E-4292-D74E-9D8A-57E888891157}" type="pres">
      <dgm:prSet presAssocID="{01078FDB-21A3-4933-86B2-286DAE62408E}" presName="horz1" presStyleCnt="0"/>
      <dgm:spPr/>
    </dgm:pt>
    <dgm:pt modelId="{EEFEFAC6-F61C-0846-8DC8-35CCE684586A}" type="pres">
      <dgm:prSet presAssocID="{01078FDB-21A3-4933-86B2-286DAE62408E}" presName="tx1" presStyleLbl="revTx" presStyleIdx="3" presStyleCnt="10"/>
      <dgm:spPr/>
    </dgm:pt>
    <dgm:pt modelId="{D5DA8CD9-CA39-9748-BF99-C2AB59930699}" type="pres">
      <dgm:prSet presAssocID="{01078FDB-21A3-4933-86B2-286DAE62408E}" presName="vert1" presStyleCnt="0"/>
      <dgm:spPr/>
    </dgm:pt>
    <dgm:pt modelId="{C61FE56E-A62F-BF4B-850A-2C0562B3109E}" type="pres">
      <dgm:prSet presAssocID="{C4DE9144-A567-4D3F-833F-680014572E61}" presName="vertSpace2a" presStyleCnt="0"/>
      <dgm:spPr/>
    </dgm:pt>
    <dgm:pt modelId="{E6584539-7E13-1C45-B0CC-5BDB00CAED3B}" type="pres">
      <dgm:prSet presAssocID="{C4DE9144-A567-4D3F-833F-680014572E61}" presName="horz2" presStyleCnt="0"/>
      <dgm:spPr/>
    </dgm:pt>
    <dgm:pt modelId="{DC79DD6E-E03C-5346-8A27-D178903F3CBA}" type="pres">
      <dgm:prSet presAssocID="{C4DE9144-A567-4D3F-833F-680014572E61}" presName="horzSpace2" presStyleCnt="0"/>
      <dgm:spPr/>
    </dgm:pt>
    <dgm:pt modelId="{FCABE94A-5C56-E047-B450-D920A7BE48ED}" type="pres">
      <dgm:prSet presAssocID="{C4DE9144-A567-4D3F-833F-680014572E61}" presName="tx2" presStyleLbl="revTx" presStyleIdx="4" presStyleCnt="10"/>
      <dgm:spPr/>
    </dgm:pt>
    <dgm:pt modelId="{40C66378-2B7C-3D40-9C82-9AE1C15F4389}" type="pres">
      <dgm:prSet presAssocID="{C4DE9144-A567-4D3F-833F-680014572E61}" presName="vert2" presStyleCnt="0"/>
      <dgm:spPr/>
    </dgm:pt>
    <dgm:pt modelId="{E0C76A2A-5B59-324B-8DC6-C87C4CE69B88}" type="pres">
      <dgm:prSet presAssocID="{C4DE9144-A567-4D3F-833F-680014572E61}" presName="thinLine2b" presStyleLbl="callout" presStyleIdx="2" presStyleCnt="7"/>
      <dgm:spPr/>
    </dgm:pt>
    <dgm:pt modelId="{5E61C1AC-EF36-584D-A766-0068B8006770}" type="pres">
      <dgm:prSet presAssocID="{C4DE9144-A567-4D3F-833F-680014572E61}" presName="vertSpace2b" presStyleCnt="0"/>
      <dgm:spPr/>
    </dgm:pt>
    <dgm:pt modelId="{EDA2ED9D-3F4A-934A-A101-1792F54F2383}" type="pres">
      <dgm:prSet presAssocID="{1FE14CB4-286A-46B3-9F77-0C035258FE39}" presName="horz2" presStyleCnt="0"/>
      <dgm:spPr/>
    </dgm:pt>
    <dgm:pt modelId="{0A387CDD-D3DE-4F4D-9FFF-8AB3BF768D02}" type="pres">
      <dgm:prSet presAssocID="{1FE14CB4-286A-46B3-9F77-0C035258FE39}" presName="horzSpace2" presStyleCnt="0"/>
      <dgm:spPr/>
    </dgm:pt>
    <dgm:pt modelId="{51E408EA-A2EF-CB40-9E45-7B3C2D340F41}" type="pres">
      <dgm:prSet presAssocID="{1FE14CB4-286A-46B3-9F77-0C035258FE39}" presName="tx2" presStyleLbl="revTx" presStyleIdx="5" presStyleCnt="10"/>
      <dgm:spPr/>
    </dgm:pt>
    <dgm:pt modelId="{0CBE29EF-25DF-FB43-B4C0-E95E6912EFC6}" type="pres">
      <dgm:prSet presAssocID="{1FE14CB4-286A-46B3-9F77-0C035258FE39}" presName="vert2" presStyleCnt="0"/>
      <dgm:spPr/>
    </dgm:pt>
    <dgm:pt modelId="{FA1A34FA-881B-D342-AEF8-6D9FCCFD2BFA}" type="pres">
      <dgm:prSet presAssocID="{1FE14CB4-286A-46B3-9F77-0C035258FE39}" presName="thinLine2b" presStyleLbl="callout" presStyleIdx="3" presStyleCnt="7"/>
      <dgm:spPr/>
    </dgm:pt>
    <dgm:pt modelId="{23DB50B7-1AE5-3F41-9CAE-320D8F6A9E3F}" type="pres">
      <dgm:prSet presAssocID="{1FE14CB4-286A-46B3-9F77-0C035258FE39}" presName="vertSpace2b" presStyleCnt="0"/>
      <dgm:spPr/>
    </dgm:pt>
    <dgm:pt modelId="{7126E8C4-FB4A-4F44-B161-47D1CD5362E6}" type="pres">
      <dgm:prSet presAssocID="{AEAD1965-38E5-4784-A3F5-E5AD28AECF61}" presName="horz2" presStyleCnt="0"/>
      <dgm:spPr/>
    </dgm:pt>
    <dgm:pt modelId="{7737B81C-CFCB-CA4D-AEC4-8970C6D7D3FB}" type="pres">
      <dgm:prSet presAssocID="{AEAD1965-38E5-4784-A3F5-E5AD28AECF61}" presName="horzSpace2" presStyleCnt="0"/>
      <dgm:spPr/>
    </dgm:pt>
    <dgm:pt modelId="{D4CF016B-AA5B-5641-BE2E-4153BCAF7077}" type="pres">
      <dgm:prSet presAssocID="{AEAD1965-38E5-4784-A3F5-E5AD28AECF61}" presName="tx2" presStyleLbl="revTx" presStyleIdx="6" presStyleCnt="10"/>
      <dgm:spPr/>
    </dgm:pt>
    <dgm:pt modelId="{1E361060-822E-224F-A515-EAB418F283D3}" type="pres">
      <dgm:prSet presAssocID="{AEAD1965-38E5-4784-A3F5-E5AD28AECF61}" presName="vert2" presStyleCnt="0"/>
      <dgm:spPr/>
    </dgm:pt>
    <dgm:pt modelId="{C5006D63-A1DC-7142-BBB8-22F4EB76480E}" type="pres">
      <dgm:prSet presAssocID="{AEAD1965-38E5-4784-A3F5-E5AD28AECF61}" presName="thinLine2b" presStyleLbl="callout" presStyleIdx="4" presStyleCnt="7"/>
      <dgm:spPr/>
    </dgm:pt>
    <dgm:pt modelId="{10535755-480A-174E-9614-7D1BAFDCCEE6}" type="pres">
      <dgm:prSet presAssocID="{AEAD1965-38E5-4784-A3F5-E5AD28AECF61}" presName="vertSpace2b" presStyleCnt="0"/>
      <dgm:spPr/>
    </dgm:pt>
    <dgm:pt modelId="{CFBDA715-9EC1-1548-8F57-3D97610C4A91}" type="pres">
      <dgm:prSet presAssocID="{EEFFA3E8-44A3-438A-9F78-2150275B43F9}" presName="thickLine" presStyleLbl="alignNode1" presStyleIdx="2" presStyleCnt="3"/>
      <dgm:spPr/>
    </dgm:pt>
    <dgm:pt modelId="{CE567C94-B05F-6240-B935-4E6F96506CBB}" type="pres">
      <dgm:prSet presAssocID="{EEFFA3E8-44A3-438A-9F78-2150275B43F9}" presName="horz1" presStyleCnt="0"/>
      <dgm:spPr/>
    </dgm:pt>
    <dgm:pt modelId="{A454DF80-78A3-7449-B273-A088070D29D5}" type="pres">
      <dgm:prSet presAssocID="{EEFFA3E8-44A3-438A-9F78-2150275B43F9}" presName="tx1" presStyleLbl="revTx" presStyleIdx="7" presStyleCnt="10"/>
      <dgm:spPr/>
    </dgm:pt>
    <dgm:pt modelId="{F61CC96D-C759-F14A-8D55-6F47B4F98719}" type="pres">
      <dgm:prSet presAssocID="{EEFFA3E8-44A3-438A-9F78-2150275B43F9}" presName="vert1" presStyleCnt="0"/>
      <dgm:spPr/>
    </dgm:pt>
    <dgm:pt modelId="{95F31E4B-C854-0741-84F2-6D70598F9833}" type="pres">
      <dgm:prSet presAssocID="{7F542F99-E75C-4E6B-A782-FE801A089866}" presName="vertSpace2a" presStyleCnt="0"/>
      <dgm:spPr/>
    </dgm:pt>
    <dgm:pt modelId="{46CDFC86-D5E3-3B45-A2DA-0038651C1032}" type="pres">
      <dgm:prSet presAssocID="{7F542F99-E75C-4E6B-A782-FE801A089866}" presName="horz2" presStyleCnt="0"/>
      <dgm:spPr/>
    </dgm:pt>
    <dgm:pt modelId="{8EB24038-1F2C-7A46-98E2-273DA0107B28}" type="pres">
      <dgm:prSet presAssocID="{7F542F99-E75C-4E6B-A782-FE801A089866}" presName="horzSpace2" presStyleCnt="0"/>
      <dgm:spPr/>
    </dgm:pt>
    <dgm:pt modelId="{6A41247D-57F7-A14E-8374-6B785762CC67}" type="pres">
      <dgm:prSet presAssocID="{7F542F99-E75C-4E6B-A782-FE801A089866}" presName="tx2" presStyleLbl="revTx" presStyleIdx="8" presStyleCnt="10"/>
      <dgm:spPr/>
    </dgm:pt>
    <dgm:pt modelId="{172CB2F0-A6CA-7F46-9D70-3E411ECFD078}" type="pres">
      <dgm:prSet presAssocID="{7F542F99-E75C-4E6B-A782-FE801A089866}" presName="vert2" presStyleCnt="0"/>
      <dgm:spPr/>
    </dgm:pt>
    <dgm:pt modelId="{6BF7EB39-6051-2043-AE03-B7BC87E7AF64}" type="pres">
      <dgm:prSet presAssocID="{7F542F99-E75C-4E6B-A782-FE801A089866}" presName="thinLine2b" presStyleLbl="callout" presStyleIdx="5" presStyleCnt="7"/>
      <dgm:spPr/>
    </dgm:pt>
    <dgm:pt modelId="{12E967FD-A6D1-4342-AE3D-E36BF5843338}" type="pres">
      <dgm:prSet presAssocID="{7F542F99-E75C-4E6B-A782-FE801A089866}" presName="vertSpace2b" presStyleCnt="0"/>
      <dgm:spPr/>
    </dgm:pt>
    <dgm:pt modelId="{5C119C96-F1F9-194E-BF2E-4B6E343B1C7A}" type="pres">
      <dgm:prSet presAssocID="{2A61165A-2706-4EB9-81E5-26398221776F}" presName="horz2" presStyleCnt="0"/>
      <dgm:spPr/>
    </dgm:pt>
    <dgm:pt modelId="{9A62337C-F6C0-9744-9A79-017EEAF923D8}" type="pres">
      <dgm:prSet presAssocID="{2A61165A-2706-4EB9-81E5-26398221776F}" presName="horzSpace2" presStyleCnt="0"/>
      <dgm:spPr/>
    </dgm:pt>
    <dgm:pt modelId="{D0639389-F3D8-C942-AE0A-C24A774C1DCD}" type="pres">
      <dgm:prSet presAssocID="{2A61165A-2706-4EB9-81E5-26398221776F}" presName="tx2" presStyleLbl="revTx" presStyleIdx="9" presStyleCnt="10"/>
      <dgm:spPr/>
    </dgm:pt>
    <dgm:pt modelId="{C0600CFE-4701-BD40-AB98-008CFD70DCAE}" type="pres">
      <dgm:prSet presAssocID="{2A61165A-2706-4EB9-81E5-26398221776F}" presName="vert2" presStyleCnt="0"/>
      <dgm:spPr/>
    </dgm:pt>
    <dgm:pt modelId="{EC1BB79C-B0B0-7B48-9261-6BC449ADD953}" type="pres">
      <dgm:prSet presAssocID="{2A61165A-2706-4EB9-81E5-26398221776F}" presName="thinLine2b" presStyleLbl="callout" presStyleIdx="6" presStyleCnt="7"/>
      <dgm:spPr/>
    </dgm:pt>
    <dgm:pt modelId="{ADD3C4B9-72DB-7744-AF3D-7914D74C9FCD}" type="pres">
      <dgm:prSet presAssocID="{2A61165A-2706-4EB9-81E5-26398221776F}" presName="vertSpace2b" presStyleCnt="0"/>
      <dgm:spPr/>
    </dgm:pt>
  </dgm:ptLst>
  <dgm:cxnLst>
    <dgm:cxn modelId="{4B5EDD02-A9DD-4C8B-987E-2B0BBA842E4C}" srcId="{5D2AF215-3F6D-42EB-AF6A-59588CEED0F5}" destId="{38AA2827-E33E-4D04-837F-F652F030FADF}" srcOrd="1" destOrd="0" parTransId="{16E9729A-41B1-4675-92C6-21BF7590F26F}" sibTransId="{0E1A03D0-484C-481A-A20F-AB5FA7D67E24}"/>
    <dgm:cxn modelId="{E7BB1304-55FC-4CF2-8EFC-BDA99E19C153}" srcId="{EEFFA3E8-44A3-438A-9F78-2150275B43F9}" destId="{2A61165A-2706-4EB9-81E5-26398221776F}" srcOrd="1" destOrd="0" parTransId="{4F83B97C-51BB-4069-8F1D-7DB181FFEC23}" sibTransId="{795BEA8E-C54C-4AAB-9543-7FE201584FA9}"/>
    <dgm:cxn modelId="{0D217A07-0EB4-44D8-B135-3F350A1E71FA}" srcId="{01078FDB-21A3-4933-86B2-286DAE62408E}" destId="{C4DE9144-A567-4D3F-833F-680014572E61}" srcOrd="0" destOrd="0" parTransId="{D909B948-AF58-4C69-932E-CF3DF2B2CDB7}" sibTransId="{CC9BAA8A-DA9C-4260-B829-E15167773D45}"/>
    <dgm:cxn modelId="{483D1C15-6EFA-7D42-8ADB-F05358E395C3}" type="presOf" srcId="{1FE14CB4-286A-46B3-9F77-0C035258FE39}" destId="{51E408EA-A2EF-CB40-9E45-7B3C2D340F41}" srcOrd="0" destOrd="0" presId="urn:microsoft.com/office/officeart/2008/layout/LinedList"/>
    <dgm:cxn modelId="{F6ED2115-9044-FD41-B671-E4054E81F27E}" type="presOf" srcId="{C4DE9144-A567-4D3F-833F-680014572E61}" destId="{FCABE94A-5C56-E047-B450-D920A7BE48ED}" srcOrd="0" destOrd="0" presId="urn:microsoft.com/office/officeart/2008/layout/LinedList"/>
    <dgm:cxn modelId="{C12CBF35-6E35-6B4A-9108-AF8E5C1987A2}" type="presOf" srcId="{38AA2827-E33E-4D04-837F-F652F030FADF}" destId="{79C38007-8C12-8A44-BBB3-66C0C26C5C58}" srcOrd="0" destOrd="0" presId="urn:microsoft.com/office/officeart/2008/layout/LinedList"/>
    <dgm:cxn modelId="{4D0D0A3D-B80E-4ADA-91F2-8BE63859CE3E}" srcId="{5D2AF215-3F6D-42EB-AF6A-59588CEED0F5}" destId="{CE5E39FD-2F78-42B7-B14A-C976EEC11696}" srcOrd="0" destOrd="0" parTransId="{37208F5A-C5EE-488D-97B6-3AC69B83A902}" sibTransId="{925C1487-C79A-4A93-9142-AFD93E0E7B0C}"/>
    <dgm:cxn modelId="{0C02CC3E-7267-484E-B74D-3294D192A5E9}" type="presOf" srcId="{7F542F99-E75C-4E6B-A782-FE801A089866}" destId="{6A41247D-57F7-A14E-8374-6B785762CC67}" srcOrd="0" destOrd="0" presId="urn:microsoft.com/office/officeart/2008/layout/LinedList"/>
    <dgm:cxn modelId="{AF96BB57-DC76-4788-9BD2-05625D7238DF}" srcId="{01078FDB-21A3-4933-86B2-286DAE62408E}" destId="{AEAD1965-38E5-4784-A3F5-E5AD28AECF61}" srcOrd="2" destOrd="0" parTransId="{CE70D99B-9239-46D5-B085-1B7C0DF48B14}" sibTransId="{5CF7AC41-588C-44EF-A995-A410746CD523}"/>
    <dgm:cxn modelId="{CE4A1460-2D65-4DDA-A923-29570783A94D}" srcId="{92B017AD-9EB6-4109-9672-0AD6B76BE7B0}" destId="{EEFFA3E8-44A3-438A-9F78-2150275B43F9}" srcOrd="2" destOrd="0" parTransId="{17847AFB-9074-40BF-8605-61308D61AE18}" sibTransId="{E33C86E4-B454-4F2C-8303-4199814FB0BD}"/>
    <dgm:cxn modelId="{763D2B67-CC45-4F84-8E06-8C4879353FA8}" srcId="{01078FDB-21A3-4933-86B2-286DAE62408E}" destId="{1FE14CB4-286A-46B3-9F77-0C035258FE39}" srcOrd="1" destOrd="0" parTransId="{740BDFC0-3497-43F3-B8EB-27A367DBD73B}" sibTransId="{B9C0B5B2-34C7-4307-8056-14A5D589B0EF}"/>
    <dgm:cxn modelId="{9CCCC575-1FB4-604F-8840-C6A9E87B1CA7}" type="presOf" srcId="{92B017AD-9EB6-4109-9672-0AD6B76BE7B0}" destId="{26D9CF85-E568-324F-A35D-0463DFDB6EE1}" srcOrd="0" destOrd="0" presId="urn:microsoft.com/office/officeart/2008/layout/LinedList"/>
    <dgm:cxn modelId="{91A97E96-6742-1642-B8C9-B00234EA0BD8}" type="presOf" srcId="{CE5E39FD-2F78-42B7-B14A-C976EEC11696}" destId="{8C13A3CA-4B45-D440-B0EB-3BC3CFED6B51}" srcOrd="0" destOrd="0" presId="urn:microsoft.com/office/officeart/2008/layout/LinedList"/>
    <dgm:cxn modelId="{B7C82CA9-AC99-46B7-96A9-4A7CEFA6292C}" srcId="{EEFFA3E8-44A3-438A-9F78-2150275B43F9}" destId="{7F542F99-E75C-4E6B-A782-FE801A089866}" srcOrd="0" destOrd="0" parTransId="{0CEF5D60-6ABD-4C31-AA3D-08C6F665D88E}" sibTransId="{4AE47CB0-337C-4ECF-8F42-3F8510FA90DB}"/>
    <dgm:cxn modelId="{CF1C92AE-AA38-400C-8BFC-84E8FCAC04AC}" srcId="{92B017AD-9EB6-4109-9672-0AD6B76BE7B0}" destId="{5D2AF215-3F6D-42EB-AF6A-59588CEED0F5}" srcOrd="0" destOrd="0" parTransId="{1F0C55D5-093B-4AC7-B48C-DEECCFF75E60}" sibTransId="{AF6EA2B3-8F8A-4261-BF4F-0407519651D2}"/>
    <dgm:cxn modelId="{4B06C2AE-60DF-CF42-879D-1E3B7B10AB7D}" type="presOf" srcId="{2A61165A-2706-4EB9-81E5-26398221776F}" destId="{D0639389-F3D8-C942-AE0A-C24A774C1DCD}" srcOrd="0" destOrd="0" presId="urn:microsoft.com/office/officeart/2008/layout/LinedList"/>
    <dgm:cxn modelId="{752A86C8-FB5D-4327-93F2-2B9A815E5EAA}" srcId="{92B017AD-9EB6-4109-9672-0AD6B76BE7B0}" destId="{01078FDB-21A3-4933-86B2-286DAE62408E}" srcOrd="1" destOrd="0" parTransId="{1EF2745E-A830-4F75-84F6-26074CC3B69B}" sibTransId="{FBA217D0-2027-4358-8E76-BEA068A49984}"/>
    <dgm:cxn modelId="{6453F4D7-C38B-2C4B-BFDD-875710721A32}" type="presOf" srcId="{AEAD1965-38E5-4784-A3F5-E5AD28AECF61}" destId="{D4CF016B-AA5B-5641-BE2E-4153BCAF7077}" srcOrd="0" destOrd="0" presId="urn:microsoft.com/office/officeart/2008/layout/LinedList"/>
    <dgm:cxn modelId="{062B1ED8-CE96-8945-9DF5-38835322F11A}" type="presOf" srcId="{5D2AF215-3F6D-42EB-AF6A-59588CEED0F5}" destId="{CF9EF619-4A10-3B4A-B7AA-D7B2EC84AE1E}" srcOrd="0" destOrd="0" presId="urn:microsoft.com/office/officeart/2008/layout/LinedList"/>
    <dgm:cxn modelId="{48265CEF-CF49-8C4C-A1FD-EC525A711FC0}" type="presOf" srcId="{01078FDB-21A3-4933-86B2-286DAE62408E}" destId="{EEFEFAC6-F61C-0846-8DC8-35CCE684586A}" srcOrd="0" destOrd="0" presId="urn:microsoft.com/office/officeart/2008/layout/LinedList"/>
    <dgm:cxn modelId="{260F59FD-A9A1-5D44-A898-F967C5C1096F}" type="presOf" srcId="{EEFFA3E8-44A3-438A-9F78-2150275B43F9}" destId="{A454DF80-78A3-7449-B273-A088070D29D5}" srcOrd="0" destOrd="0" presId="urn:microsoft.com/office/officeart/2008/layout/LinedList"/>
    <dgm:cxn modelId="{77F520B2-CF1F-CC4F-AA06-156CEEF285A8}" type="presParOf" srcId="{26D9CF85-E568-324F-A35D-0463DFDB6EE1}" destId="{168DC13A-D917-F648-AC25-C9DF8D94E2AA}" srcOrd="0" destOrd="0" presId="urn:microsoft.com/office/officeart/2008/layout/LinedList"/>
    <dgm:cxn modelId="{BD9F59A0-37DB-B540-A6C4-7164C8AB2AC5}" type="presParOf" srcId="{26D9CF85-E568-324F-A35D-0463DFDB6EE1}" destId="{3139D019-4E4B-D24D-B50D-A1E836B093F7}" srcOrd="1" destOrd="0" presId="urn:microsoft.com/office/officeart/2008/layout/LinedList"/>
    <dgm:cxn modelId="{07CF0FAC-82F7-8341-BC3B-48378985CAE0}" type="presParOf" srcId="{3139D019-4E4B-D24D-B50D-A1E836B093F7}" destId="{CF9EF619-4A10-3B4A-B7AA-D7B2EC84AE1E}" srcOrd="0" destOrd="0" presId="urn:microsoft.com/office/officeart/2008/layout/LinedList"/>
    <dgm:cxn modelId="{858E4122-A8F5-0949-B29D-124989884EE7}" type="presParOf" srcId="{3139D019-4E4B-D24D-B50D-A1E836B093F7}" destId="{EB7B5A2F-35D2-0A4C-B34B-0B175D8A20FC}" srcOrd="1" destOrd="0" presId="urn:microsoft.com/office/officeart/2008/layout/LinedList"/>
    <dgm:cxn modelId="{B3209B76-1F4D-C64D-B168-4D4BE6A222EE}" type="presParOf" srcId="{EB7B5A2F-35D2-0A4C-B34B-0B175D8A20FC}" destId="{8B3251D4-1BB6-FB4D-9A52-9AD06B472851}" srcOrd="0" destOrd="0" presId="urn:microsoft.com/office/officeart/2008/layout/LinedList"/>
    <dgm:cxn modelId="{BEFA5B64-93D9-9349-8280-065B4CED1B4C}" type="presParOf" srcId="{EB7B5A2F-35D2-0A4C-B34B-0B175D8A20FC}" destId="{2BB32FD6-72CC-734D-9FC8-89EB77202605}" srcOrd="1" destOrd="0" presId="urn:microsoft.com/office/officeart/2008/layout/LinedList"/>
    <dgm:cxn modelId="{B4227A20-5B44-DE44-BF9A-D631714207A8}" type="presParOf" srcId="{2BB32FD6-72CC-734D-9FC8-89EB77202605}" destId="{AF0B164F-584D-2443-8F45-993F138E0AAA}" srcOrd="0" destOrd="0" presId="urn:microsoft.com/office/officeart/2008/layout/LinedList"/>
    <dgm:cxn modelId="{909D030D-C4B7-BB4E-81FF-0A07770EAB38}" type="presParOf" srcId="{2BB32FD6-72CC-734D-9FC8-89EB77202605}" destId="{8C13A3CA-4B45-D440-B0EB-3BC3CFED6B51}" srcOrd="1" destOrd="0" presId="urn:microsoft.com/office/officeart/2008/layout/LinedList"/>
    <dgm:cxn modelId="{4700DA38-5669-0644-A044-2B244BD91C61}" type="presParOf" srcId="{2BB32FD6-72CC-734D-9FC8-89EB77202605}" destId="{30E63D58-6331-1047-9404-A149EBDC7C3E}" srcOrd="2" destOrd="0" presId="urn:microsoft.com/office/officeart/2008/layout/LinedList"/>
    <dgm:cxn modelId="{AE69210C-51FB-5345-B6F3-E653535290FE}" type="presParOf" srcId="{EB7B5A2F-35D2-0A4C-B34B-0B175D8A20FC}" destId="{48B29B49-E0D2-1745-9B87-89229EF48F46}" srcOrd="2" destOrd="0" presId="urn:microsoft.com/office/officeart/2008/layout/LinedList"/>
    <dgm:cxn modelId="{9AF0DFAD-6EE4-9445-9AD9-05DF07314929}" type="presParOf" srcId="{EB7B5A2F-35D2-0A4C-B34B-0B175D8A20FC}" destId="{3A8EB3F4-851D-8C4A-B13F-BB363FC08A39}" srcOrd="3" destOrd="0" presId="urn:microsoft.com/office/officeart/2008/layout/LinedList"/>
    <dgm:cxn modelId="{93CA9E8D-D585-B14F-A592-41F03B35B9AF}" type="presParOf" srcId="{EB7B5A2F-35D2-0A4C-B34B-0B175D8A20FC}" destId="{B7779070-F97C-8F42-AC6C-83672264D7A4}" srcOrd="4" destOrd="0" presId="urn:microsoft.com/office/officeart/2008/layout/LinedList"/>
    <dgm:cxn modelId="{FDB79980-F004-F14E-8639-CFD34F28265F}" type="presParOf" srcId="{B7779070-F97C-8F42-AC6C-83672264D7A4}" destId="{B7E5AC84-027A-AA46-9DCB-CF5710884A57}" srcOrd="0" destOrd="0" presId="urn:microsoft.com/office/officeart/2008/layout/LinedList"/>
    <dgm:cxn modelId="{69461477-D49B-D94F-B404-9F6D05B0AD1C}" type="presParOf" srcId="{B7779070-F97C-8F42-AC6C-83672264D7A4}" destId="{79C38007-8C12-8A44-BBB3-66C0C26C5C58}" srcOrd="1" destOrd="0" presId="urn:microsoft.com/office/officeart/2008/layout/LinedList"/>
    <dgm:cxn modelId="{333C8C4A-9F53-F240-82E7-652C0D7649A5}" type="presParOf" srcId="{B7779070-F97C-8F42-AC6C-83672264D7A4}" destId="{87267902-B61D-274C-88F6-5E858E247C44}" srcOrd="2" destOrd="0" presId="urn:microsoft.com/office/officeart/2008/layout/LinedList"/>
    <dgm:cxn modelId="{B0CE19E5-2CB3-F244-9006-DEA68BD93636}" type="presParOf" srcId="{EB7B5A2F-35D2-0A4C-B34B-0B175D8A20FC}" destId="{42D02AB2-947C-C04C-AB9B-FC452D37A6D9}" srcOrd="5" destOrd="0" presId="urn:microsoft.com/office/officeart/2008/layout/LinedList"/>
    <dgm:cxn modelId="{C2BF090D-4B0C-F14E-9E86-08902DBC3907}" type="presParOf" srcId="{EB7B5A2F-35D2-0A4C-B34B-0B175D8A20FC}" destId="{ECF6D51E-6637-8F4F-8FC3-0CBD2206A9EC}" srcOrd="6" destOrd="0" presId="urn:microsoft.com/office/officeart/2008/layout/LinedList"/>
    <dgm:cxn modelId="{AB1CBC5E-05F7-D042-B65C-13009E6EC5F0}" type="presParOf" srcId="{26D9CF85-E568-324F-A35D-0463DFDB6EE1}" destId="{DE3AEB99-568A-0E49-A712-FCF0382E0843}" srcOrd="2" destOrd="0" presId="urn:microsoft.com/office/officeart/2008/layout/LinedList"/>
    <dgm:cxn modelId="{4DC3EF6C-CCFA-AF44-B80B-5061D81929F7}" type="presParOf" srcId="{26D9CF85-E568-324F-A35D-0463DFDB6EE1}" destId="{B573FF8E-4292-D74E-9D8A-57E888891157}" srcOrd="3" destOrd="0" presId="urn:microsoft.com/office/officeart/2008/layout/LinedList"/>
    <dgm:cxn modelId="{21E566FA-1AFA-3741-9C55-A7C85CA9D766}" type="presParOf" srcId="{B573FF8E-4292-D74E-9D8A-57E888891157}" destId="{EEFEFAC6-F61C-0846-8DC8-35CCE684586A}" srcOrd="0" destOrd="0" presId="urn:microsoft.com/office/officeart/2008/layout/LinedList"/>
    <dgm:cxn modelId="{889FACB1-9D32-F749-B5C2-604BC933F2D6}" type="presParOf" srcId="{B573FF8E-4292-D74E-9D8A-57E888891157}" destId="{D5DA8CD9-CA39-9748-BF99-C2AB59930699}" srcOrd="1" destOrd="0" presId="urn:microsoft.com/office/officeart/2008/layout/LinedList"/>
    <dgm:cxn modelId="{DB67C388-B31D-B84B-9BA6-86FCCEE3E2D7}" type="presParOf" srcId="{D5DA8CD9-CA39-9748-BF99-C2AB59930699}" destId="{C61FE56E-A62F-BF4B-850A-2C0562B3109E}" srcOrd="0" destOrd="0" presId="urn:microsoft.com/office/officeart/2008/layout/LinedList"/>
    <dgm:cxn modelId="{35536EE8-D1A4-304D-8197-9DF2BA61EEF8}" type="presParOf" srcId="{D5DA8CD9-CA39-9748-BF99-C2AB59930699}" destId="{E6584539-7E13-1C45-B0CC-5BDB00CAED3B}" srcOrd="1" destOrd="0" presId="urn:microsoft.com/office/officeart/2008/layout/LinedList"/>
    <dgm:cxn modelId="{282EDEF2-ACB3-4F4C-A5CF-A0A7AE01B87B}" type="presParOf" srcId="{E6584539-7E13-1C45-B0CC-5BDB00CAED3B}" destId="{DC79DD6E-E03C-5346-8A27-D178903F3CBA}" srcOrd="0" destOrd="0" presId="urn:microsoft.com/office/officeart/2008/layout/LinedList"/>
    <dgm:cxn modelId="{657EAB50-368A-E04A-9607-68CBE6ED9B6B}" type="presParOf" srcId="{E6584539-7E13-1C45-B0CC-5BDB00CAED3B}" destId="{FCABE94A-5C56-E047-B450-D920A7BE48ED}" srcOrd="1" destOrd="0" presId="urn:microsoft.com/office/officeart/2008/layout/LinedList"/>
    <dgm:cxn modelId="{567B6F04-C0A8-8A4D-88A5-84FF901220C0}" type="presParOf" srcId="{E6584539-7E13-1C45-B0CC-5BDB00CAED3B}" destId="{40C66378-2B7C-3D40-9C82-9AE1C15F4389}" srcOrd="2" destOrd="0" presId="urn:microsoft.com/office/officeart/2008/layout/LinedList"/>
    <dgm:cxn modelId="{2E288C1D-48C5-0347-ABDF-8403BDBDAFCF}" type="presParOf" srcId="{D5DA8CD9-CA39-9748-BF99-C2AB59930699}" destId="{E0C76A2A-5B59-324B-8DC6-C87C4CE69B88}" srcOrd="2" destOrd="0" presId="urn:microsoft.com/office/officeart/2008/layout/LinedList"/>
    <dgm:cxn modelId="{450ECDC4-50FA-404D-AD53-CBBF61EEFBD6}" type="presParOf" srcId="{D5DA8CD9-CA39-9748-BF99-C2AB59930699}" destId="{5E61C1AC-EF36-584D-A766-0068B8006770}" srcOrd="3" destOrd="0" presId="urn:microsoft.com/office/officeart/2008/layout/LinedList"/>
    <dgm:cxn modelId="{5CD5CE7D-0875-764B-A898-533F49663E28}" type="presParOf" srcId="{D5DA8CD9-CA39-9748-BF99-C2AB59930699}" destId="{EDA2ED9D-3F4A-934A-A101-1792F54F2383}" srcOrd="4" destOrd="0" presId="urn:microsoft.com/office/officeart/2008/layout/LinedList"/>
    <dgm:cxn modelId="{81608DBE-6BF8-E848-A33F-5123C51F3172}" type="presParOf" srcId="{EDA2ED9D-3F4A-934A-A101-1792F54F2383}" destId="{0A387CDD-D3DE-4F4D-9FFF-8AB3BF768D02}" srcOrd="0" destOrd="0" presId="urn:microsoft.com/office/officeart/2008/layout/LinedList"/>
    <dgm:cxn modelId="{7CB26255-4246-3D46-8580-2E2135F04DD3}" type="presParOf" srcId="{EDA2ED9D-3F4A-934A-A101-1792F54F2383}" destId="{51E408EA-A2EF-CB40-9E45-7B3C2D340F41}" srcOrd="1" destOrd="0" presId="urn:microsoft.com/office/officeart/2008/layout/LinedList"/>
    <dgm:cxn modelId="{52152817-727B-E140-97BA-9901DB6F9A0E}" type="presParOf" srcId="{EDA2ED9D-3F4A-934A-A101-1792F54F2383}" destId="{0CBE29EF-25DF-FB43-B4C0-E95E6912EFC6}" srcOrd="2" destOrd="0" presId="urn:microsoft.com/office/officeart/2008/layout/LinedList"/>
    <dgm:cxn modelId="{B3A1B2DC-C1C1-714A-8892-F10BC15FE82E}" type="presParOf" srcId="{D5DA8CD9-CA39-9748-BF99-C2AB59930699}" destId="{FA1A34FA-881B-D342-AEF8-6D9FCCFD2BFA}" srcOrd="5" destOrd="0" presId="urn:microsoft.com/office/officeart/2008/layout/LinedList"/>
    <dgm:cxn modelId="{65B6EBBF-A598-C245-8B02-6F57EE6740C4}" type="presParOf" srcId="{D5DA8CD9-CA39-9748-BF99-C2AB59930699}" destId="{23DB50B7-1AE5-3F41-9CAE-320D8F6A9E3F}" srcOrd="6" destOrd="0" presId="urn:microsoft.com/office/officeart/2008/layout/LinedList"/>
    <dgm:cxn modelId="{A298991A-3895-BC45-AD6D-3B4A3DA2CFAD}" type="presParOf" srcId="{D5DA8CD9-CA39-9748-BF99-C2AB59930699}" destId="{7126E8C4-FB4A-4F44-B161-47D1CD5362E6}" srcOrd="7" destOrd="0" presId="urn:microsoft.com/office/officeart/2008/layout/LinedList"/>
    <dgm:cxn modelId="{E5A5C466-98F1-D040-8C53-88A3A4B31B6A}" type="presParOf" srcId="{7126E8C4-FB4A-4F44-B161-47D1CD5362E6}" destId="{7737B81C-CFCB-CA4D-AEC4-8970C6D7D3FB}" srcOrd="0" destOrd="0" presId="urn:microsoft.com/office/officeart/2008/layout/LinedList"/>
    <dgm:cxn modelId="{761F0DCA-CAFC-F448-A803-4E6682664A0E}" type="presParOf" srcId="{7126E8C4-FB4A-4F44-B161-47D1CD5362E6}" destId="{D4CF016B-AA5B-5641-BE2E-4153BCAF7077}" srcOrd="1" destOrd="0" presId="urn:microsoft.com/office/officeart/2008/layout/LinedList"/>
    <dgm:cxn modelId="{7E68A71E-9B54-9248-A6E0-704D9EAECADE}" type="presParOf" srcId="{7126E8C4-FB4A-4F44-B161-47D1CD5362E6}" destId="{1E361060-822E-224F-A515-EAB418F283D3}" srcOrd="2" destOrd="0" presId="urn:microsoft.com/office/officeart/2008/layout/LinedList"/>
    <dgm:cxn modelId="{CD69E5B2-C22C-0A48-9031-2EE918D190ED}" type="presParOf" srcId="{D5DA8CD9-CA39-9748-BF99-C2AB59930699}" destId="{C5006D63-A1DC-7142-BBB8-22F4EB76480E}" srcOrd="8" destOrd="0" presId="urn:microsoft.com/office/officeart/2008/layout/LinedList"/>
    <dgm:cxn modelId="{2E46FC60-1C92-2647-B25F-57BBDD71BD62}" type="presParOf" srcId="{D5DA8CD9-CA39-9748-BF99-C2AB59930699}" destId="{10535755-480A-174E-9614-7D1BAFDCCEE6}" srcOrd="9" destOrd="0" presId="urn:microsoft.com/office/officeart/2008/layout/LinedList"/>
    <dgm:cxn modelId="{75AD2BE7-1613-B647-95E5-D9A32639C62F}" type="presParOf" srcId="{26D9CF85-E568-324F-A35D-0463DFDB6EE1}" destId="{CFBDA715-9EC1-1548-8F57-3D97610C4A91}" srcOrd="4" destOrd="0" presId="urn:microsoft.com/office/officeart/2008/layout/LinedList"/>
    <dgm:cxn modelId="{120F0C5B-B93D-F14C-A90C-4CAC64D95D5B}" type="presParOf" srcId="{26D9CF85-E568-324F-A35D-0463DFDB6EE1}" destId="{CE567C94-B05F-6240-B935-4E6F96506CBB}" srcOrd="5" destOrd="0" presId="urn:microsoft.com/office/officeart/2008/layout/LinedList"/>
    <dgm:cxn modelId="{850FE066-7E83-A048-AB9F-32B80BB94B71}" type="presParOf" srcId="{CE567C94-B05F-6240-B935-4E6F96506CBB}" destId="{A454DF80-78A3-7449-B273-A088070D29D5}" srcOrd="0" destOrd="0" presId="urn:microsoft.com/office/officeart/2008/layout/LinedList"/>
    <dgm:cxn modelId="{1487A9B5-B59C-0A43-B75A-E6BFAC33684D}" type="presParOf" srcId="{CE567C94-B05F-6240-B935-4E6F96506CBB}" destId="{F61CC96D-C759-F14A-8D55-6F47B4F98719}" srcOrd="1" destOrd="0" presId="urn:microsoft.com/office/officeart/2008/layout/LinedList"/>
    <dgm:cxn modelId="{195333B1-65B6-044C-AF9D-F3570022AAEC}" type="presParOf" srcId="{F61CC96D-C759-F14A-8D55-6F47B4F98719}" destId="{95F31E4B-C854-0741-84F2-6D70598F9833}" srcOrd="0" destOrd="0" presId="urn:microsoft.com/office/officeart/2008/layout/LinedList"/>
    <dgm:cxn modelId="{29B312A6-18CC-C443-A7B7-B97323B3BE7E}" type="presParOf" srcId="{F61CC96D-C759-F14A-8D55-6F47B4F98719}" destId="{46CDFC86-D5E3-3B45-A2DA-0038651C1032}" srcOrd="1" destOrd="0" presId="urn:microsoft.com/office/officeart/2008/layout/LinedList"/>
    <dgm:cxn modelId="{DB2698F7-2B75-6148-98A4-9F88A52FACEE}" type="presParOf" srcId="{46CDFC86-D5E3-3B45-A2DA-0038651C1032}" destId="{8EB24038-1F2C-7A46-98E2-273DA0107B28}" srcOrd="0" destOrd="0" presId="urn:microsoft.com/office/officeart/2008/layout/LinedList"/>
    <dgm:cxn modelId="{345CEC8A-B6E5-FC45-A926-40CE047D08DC}" type="presParOf" srcId="{46CDFC86-D5E3-3B45-A2DA-0038651C1032}" destId="{6A41247D-57F7-A14E-8374-6B785762CC67}" srcOrd="1" destOrd="0" presId="urn:microsoft.com/office/officeart/2008/layout/LinedList"/>
    <dgm:cxn modelId="{E2A66781-C6D7-004E-B959-5B18BB780EA4}" type="presParOf" srcId="{46CDFC86-D5E3-3B45-A2DA-0038651C1032}" destId="{172CB2F0-A6CA-7F46-9D70-3E411ECFD078}" srcOrd="2" destOrd="0" presId="urn:microsoft.com/office/officeart/2008/layout/LinedList"/>
    <dgm:cxn modelId="{4D739329-875D-B041-B187-E4AC47954F3E}" type="presParOf" srcId="{F61CC96D-C759-F14A-8D55-6F47B4F98719}" destId="{6BF7EB39-6051-2043-AE03-B7BC87E7AF64}" srcOrd="2" destOrd="0" presId="urn:microsoft.com/office/officeart/2008/layout/LinedList"/>
    <dgm:cxn modelId="{C80CAF25-7BC9-CE47-A454-5214DFB05767}" type="presParOf" srcId="{F61CC96D-C759-F14A-8D55-6F47B4F98719}" destId="{12E967FD-A6D1-4342-AE3D-E36BF5843338}" srcOrd="3" destOrd="0" presId="urn:microsoft.com/office/officeart/2008/layout/LinedList"/>
    <dgm:cxn modelId="{E76A3297-45A0-0646-A513-72D2AAB82DA6}" type="presParOf" srcId="{F61CC96D-C759-F14A-8D55-6F47B4F98719}" destId="{5C119C96-F1F9-194E-BF2E-4B6E343B1C7A}" srcOrd="4" destOrd="0" presId="urn:microsoft.com/office/officeart/2008/layout/LinedList"/>
    <dgm:cxn modelId="{C87881B5-1BA8-E249-8659-F7EF8778A593}" type="presParOf" srcId="{5C119C96-F1F9-194E-BF2E-4B6E343B1C7A}" destId="{9A62337C-F6C0-9744-9A79-017EEAF923D8}" srcOrd="0" destOrd="0" presId="urn:microsoft.com/office/officeart/2008/layout/LinedList"/>
    <dgm:cxn modelId="{A0535EA0-3DA6-4D44-9AC4-1E091A763401}" type="presParOf" srcId="{5C119C96-F1F9-194E-BF2E-4B6E343B1C7A}" destId="{D0639389-F3D8-C942-AE0A-C24A774C1DCD}" srcOrd="1" destOrd="0" presId="urn:microsoft.com/office/officeart/2008/layout/LinedList"/>
    <dgm:cxn modelId="{B73126A5-F15B-DA40-A943-BF224DD6B871}" type="presParOf" srcId="{5C119C96-F1F9-194E-BF2E-4B6E343B1C7A}" destId="{C0600CFE-4701-BD40-AB98-008CFD70DCAE}" srcOrd="2" destOrd="0" presId="urn:microsoft.com/office/officeart/2008/layout/LinedList"/>
    <dgm:cxn modelId="{27B6104E-C39F-884D-85AF-41DF037DFE51}" type="presParOf" srcId="{F61CC96D-C759-F14A-8D55-6F47B4F98719}" destId="{EC1BB79C-B0B0-7B48-9261-6BC449ADD953}" srcOrd="5" destOrd="0" presId="urn:microsoft.com/office/officeart/2008/layout/LinedList"/>
    <dgm:cxn modelId="{FD6953F1-C4F4-794D-9151-3FE3B7FD3956}" type="presParOf" srcId="{F61CC96D-C759-F14A-8D55-6F47B4F98719}" destId="{ADD3C4B9-72DB-7744-AF3D-7914D74C9FCD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82D63A8-2488-48A0-92BC-E1BE592AC019}" type="doc">
      <dgm:prSet loTypeId="urn:microsoft.com/office/officeart/2005/8/layout/list1" loCatId="list" qsTypeId="urn:microsoft.com/office/officeart/2005/8/quickstyle/simple2" qsCatId="simple" csTypeId="urn:microsoft.com/office/officeart/2005/8/colors/accent1_3" csCatId="accent1"/>
      <dgm:spPr/>
      <dgm:t>
        <a:bodyPr/>
        <a:lstStyle/>
        <a:p>
          <a:endParaRPr lang="en-US"/>
        </a:p>
      </dgm:t>
    </dgm:pt>
    <dgm:pt modelId="{B786C3B7-5657-44D6-AA8B-D00C8780A3AC}">
      <dgm:prSet/>
      <dgm:spPr/>
      <dgm:t>
        <a:bodyPr/>
        <a:lstStyle/>
        <a:p>
          <a:r>
            <a:rPr lang="en-US"/>
            <a:t>Key Takeaways</a:t>
          </a:r>
        </a:p>
      </dgm:t>
    </dgm:pt>
    <dgm:pt modelId="{1E117469-644D-4FBD-B9A7-DD5817271998}" type="parTrans" cxnId="{B506740D-1FE8-4ACC-88E1-A9DE7F2DC773}">
      <dgm:prSet/>
      <dgm:spPr/>
      <dgm:t>
        <a:bodyPr/>
        <a:lstStyle/>
        <a:p>
          <a:endParaRPr lang="en-US"/>
        </a:p>
      </dgm:t>
    </dgm:pt>
    <dgm:pt modelId="{FAC6F717-D603-4A4C-ABB8-01FF6C768FBA}" type="sibTrans" cxnId="{B506740D-1FE8-4ACC-88E1-A9DE7F2DC773}">
      <dgm:prSet/>
      <dgm:spPr/>
      <dgm:t>
        <a:bodyPr/>
        <a:lstStyle/>
        <a:p>
          <a:endParaRPr lang="en-US"/>
        </a:p>
      </dgm:t>
    </dgm:pt>
    <dgm:pt modelId="{F0863057-23EA-47B1-9756-7DD8088C7ACA}">
      <dgm:prSet/>
      <dgm:spPr/>
      <dgm:t>
        <a:bodyPr/>
        <a:lstStyle/>
        <a:p>
          <a:r>
            <a:rPr lang="en-US"/>
            <a:t>Built a high-performing fraud detection model with near-perfect accuracy</a:t>
          </a:r>
        </a:p>
      </dgm:t>
    </dgm:pt>
    <dgm:pt modelId="{6BD7E91E-CC9C-4FCB-BF83-5E31100229AD}" type="parTrans" cxnId="{70A9944D-9A07-47AB-AED0-22B41BD99062}">
      <dgm:prSet/>
      <dgm:spPr/>
      <dgm:t>
        <a:bodyPr/>
        <a:lstStyle/>
        <a:p>
          <a:endParaRPr lang="en-US"/>
        </a:p>
      </dgm:t>
    </dgm:pt>
    <dgm:pt modelId="{B1611F73-C915-416D-80F5-07CEE70CC657}" type="sibTrans" cxnId="{70A9944D-9A07-47AB-AED0-22B41BD99062}">
      <dgm:prSet/>
      <dgm:spPr/>
      <dgm:t>
        <a:bodyPr/>
        <a:lstStyle/>
        <a:p>
          <a:endParaRPr lang="en-US"/>
        </a:p>
      </dgm:t>
    </dgm:pt>
    <dgm:pt modelId="{16BC7CF3-3E06-4FFF-BC10-1AB6A9267DA0}">
      <dgm:prSet/>
      <dgm:spPr/>
      <dgm:t>
        <a:bodyPr/>
        <a:lstStyle/>
        <a:p>
          <a:r>
            <a:rPr lang="en-US"/>
            <a:t>Achieved zero false positives and 99.97% fraud detection</a:t>
          </a:r>
        </a:p>
      </dgm:t>
    </dgm:pt>
    <dgm:pt modelId="{38A77C94-AA90-4010-B10F-8353CF38B79F}" type="parTrans" cxnId="{B5F02C93-66D8-4CE9-806F-E9C6602165DD}">
      <dgm:prSet/>
      <dgm:spPr/>
      <dgm:t>
        <a:bodyPr/>
        <a:lstStyle/>
        <a:p>
          <a:endParaRPr lang="en-US"/>
        </a:p>
      </dgm:t>
    </dgm:pt>
    <dgm:pt modelId="{ABBF1941-FE46-4EF1-A7BF-45C720AF5061}" type="sibTrans" cxnId="{B5F02C93-66D8-4CE9-806F-E9C6602165DD}">
      <dgm:prSet/>
      <dgm:spPr/>
      <dgm:t>
        <a:bodyPr/>
        <a:lstStyle/>
        <a:p>
          <a:endParaRPr lang="en-US"/>
        </a:p>
      </dgm:t>
    </dgm:pt>
    <dgm:pt modelId="{7F3620C8-4086-4168-99B6-070CDF749E08}">
      <dgm:prSet/>
      <dgm:spPr/>
      <dgm:t>
        <a:bodyPr/>
        <a:lstStyle/>
        <a:p>
          <a:r>
            <a:rPr lang="en-US"/>
            <a:t>Significantly reduces alert volume and improves operational efficiency</a:t>
          </a:r>
        </a:p>
      </dgm:t>
    </dgm:pt>
    <dgm:pt modelId="{1CB3FE1C-02DA-42A1-A301-A484CDD49061}" type="parTrans" cxnId="{5591AFB3-FB79-4A38-95AD-4BB852FE6360}">
      <dgm:prSet/>
      <dgm:spPr/>
      <dgm:t>
        <a:bodyPr/>
        <a:lstStyle/>
        <a:p>
          <a:endParaRPr lang="en-US"/>
        </a:p>
      </dgm:t>
    </dgm:pt>
    <dgm:pt modelId="{F3ADCEC8-824C-4756-85BB-4C6E7979102D}" type="sibTrans" cxnId="{5591AFB3-FB79-4A38-95AD-4BB852FE6360}">
      <dgm:prSet/>
      <dgm:spPr/>
      <dgm:t>
        <a:bodyPr/>
        <a:lstStyle/>
        <a:p>
          <a:endParaRPr lang="en-US"/>
        </a:p>
      </dgm:t>
    </dgm:pt>
    <dgm:pt modelId="{03DC191D-DB75-4D36-861D-90D30F464D11}">
      <dgm:prSet/>
      <dgm:spPr/>
      <dgm:t>
        <a:bodyPr/>
        <a:lstStyle/>
        <a:p>
          <a:r>
            <a:rPr lang="en-US" dirty="0"/>
            <a:t>Final Note</a:t>
          </a:r>
        </a:p>
      </dgm:t>
    </dgm:pt>
    <dgm:pt modelId="{0CAD24C1-DEEE-42FC-BA22-C40F2A7B4301}" type="parTrans" cxnId="{5BC800EE-95E5-4EE3-B790-12D904ABC74F}">
      <dgm:prSet/>
      <dgm:spPr/>
      <dgm:t>
        <a:bodyPr/>
        <a:lstStyle/>
        <a:p>
          <a:endParaRPr lang="en-US"/>
        </a:p>
      </dgm:t>
    </dgm:pt>
    <dgm:pt modelId="{D91C5F83-1F82-4C1B-BEB7-C7A938AFE56A}" type="sibTrans" cxnId="{5BC800EE-95E5-4EE3-B790-12D904ABC74F}">
      <dgm:prSet/>
      <dgm:spPr/>
      <dgm:t>
        <a:bodyPr/>
        <a:lstStyle/>
        <a:p>
          <a:endParaRPr lang="en-US"/>
        </a:p>
      </dgm:t>
    </dgm:pt>
    <dgm:pt modelId="{8B87E354-E5B9-430D-8466-645D851B6DB3}">
      <dgm:prSet/>
      <dgm:spPr/>
      <dgm:t>
        <a:bodyPr/>
        <a:lstStyle/>
        <a:p>
          <a:r>
            <a:rPr lang="en-US"/>
            <a:t>Our model demonstrates that with the right preprocessing pipeline and algorithm choice, accurate, low-friction fraud detection is achievable and ready for deployment.</a:t>
          </a:r>
        </a:p>
      </dgm:t>
    </dgm:pt>
    <dgm:pt modelId="{5472942D-19AC-45A6-AEA9-D80A8B9C1030}" type="parTrans" cxnId="{ABE8E488-95BC-4041-837D-F2C0A26ADFAC}">
      <dgm:prSet/>
      <dgm:spPr/>
      <dgm:t>
        <a:bodyPr/>
        <a:lstStyle/>
        <a:p>
          <a:endParaRPr lang="en-US"/>
        </a:p>
      </dgm:t>
    </dgm:pt>
    <dgm:pt modelId="{736A3499-7413-47E1-981A-40316C3DC16A}" type="sibTrans" cxnId="{ABE8E488-95BC-4041-837D-F2C0A26ADFAC}">
      <dgm:prSet/>
      <dgm:spPr/>
      <dgm:t>
        <a:bodyPr/>
        <a:lstStyle/>
        <a:p>
          <a:endParaRPr lang="en-US"/>
        </a:p>
      </dgm:t>
    </dgm:pt>
    <dgm:pt modelId="{837D4C9A-22D6-D142-B190-BB7AFE68F8EB}" type="pres">
      <dgm:prSet presAssocID="{B82D63A8-2488-48A0-92BC-E1BE592AC019}" presName="linear" presStyleCnt="0">
        <dgm:presLayoutVars>
          <dgm:dir/>
          <dgm:animLvl val="lvl"/>
          <dgm:resizeHandles val="exact"/>
        </dgm:presLayoutVars>
      </dgm:prSet>
      <dgm:spPr/>
    </dgm:pt>
    <dgm:pt modelId="{AAB5E05C-7282-D544-B846-2CA11DE25C26}" type="pres">
      <dgm:prSet presAssocID="{B786C3B7-5657-44D6-AA8B-D00C8780A3AC}" presName="parentLin" presStyleCnt="0"/>
      <dgm:spPr/>
    </dgm:pt>
    <dgm:pt modelId="{09BF36AF-BA08-8D43-AAE9-35B2E84DD74A}" type="pres">
      <dgm:prSet presAssocID="{B786C3B7-5657-44D6-AA8B-D00C8780A3AC}" presName="parentLeftMargin" presStyleLbl="node1" presStyleIdx="0" presStyleCnt="2"/>
      <dgm:spPr/>
    </dgm:pt>
    <dgm:pt modelId="{FAC04294-FBCA-8745-87D9-15800BD4E215}" type="pres">
      <dgm:prSet presAssocID="{B786C3B7-5657-44D6-AA8B-D00C8780A3A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CC50AA3-AE89-5547-84E8-00C4F3399BDD}" type="pres">
      <dgm:prSet presAssocID="{B786C3B7-5657-44D6-AA8B-D00C8780A3AC}" presName="negativeSpace" presStyleCnt="0"/>
      <dgm:spPr/>
    </dgm:pt>
    <dgm:pt modelId="{2B3C8423-F171-494F-9210-F6EB39AE7A27}" type="pres">
      <dgm:prSet presAssocID="{B786C3B7-5657-44D6-AA8B-D00C8780A3AC}" presName="childText" presStyleLbl="conFgAcc1" presStyleIdx="0" presStyleCnt="2">
        <dgm:presLayoutVars>
          <dgm:bulletEnabled val="1"/>
        </dgm:presLayoutVars>
      </dgm:prSet>
      <dgm:spPr/>
    </dgm:pt>
    <dgm:pt modelId="{2970D4FB-2995-244E-A9EE-AFDE8A91FBF1}" type="pres">
      <dgm:prSet presAssocID="{FAC6F717-D603-4A4C-ABB8-01FF6C768FBA}" presName="spaceBetweenRectangles" presStyleCnt="0"/>
      <dgm:spPr/>
    </dgm:pt>
    <dgm:pt modelId="{5B52FAAC-8232-A94C-B88D-CD5B380E72F0}" type="pres">
      <dgm:prSet presAssocID="{03DC191D-DB75-4D36-861D-90D30F464D11}" presName="parentLin" presStyleCnt="0"/>
      <dgm:spPr/>
    </dgm:pt>
    <dgm:pt modelId="{DA572B7A-8F6C-464C-B4D6-B077A2B266A0}" type="pres">
      <dgm:prSet presAssocID="{03DC191D-DB75-4D36-861D-90D30F464D11}" presName="parentLeftMargin" presStyleLbl="node1" presStyleIdx="0" presStyleCnt="2"/>
      <dgm:spPr/>
    </dgm:pt>
    <dgm:pt modelId="{E4BD355B-298C-C743-8A84-45AEFA5071A0}" type="pres">
      <dgm:prSet presAssocID="{03DC191D-DB75-4D36-861D-90D30F464D1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939559F-324F-C141-A67E-F3017A4D8BA3}" type="pres">
      <dgm:prSet presAssocID="{03DC191D-DB75-4D36-861D-90D30F464D11}" presName="negativeSpace" presStyleCnt="0"/>
      <dgm:spPr/>
    </dgm:pt>
    <dgm:pt modelId="{F3EC4FBC-4807-3440-8F89-CD9CF2719EC3}" type="pres">
      <dgm:prSet presAssocID="{03DC191D-DB75-4D36-861D-90D30F464D11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E715E03-F0CB-AB48-BF64-2C4F9C9A1D3D}" type="presOf" srcId="{16BC7CF3-3E06-4FFF-BC10-1AB6A9267DA0}" destId="{2B3C8423-F171-494F-9210-F6EB39AE7A27}" srcOrd="0" destOrd="1" presId="urn:microsoft.com/office/officeart/2005/8/layout/list1"/>
    <dgm:cxn modelId="{B506740D-1FE8-4ACC-88E1-A9DE7F2DC773}" srcId="{B82D63A8-2488-48A0-92BC-E1BE592AC019}" destId="{B786C3B7-5657-44D6-AA8B-D00C8780A3AC}" srcOrd="0" destOrd="0" parTransId="{1E117469-644D-4FBD-B9A7-DD5817271998}" sibTransId="{FAC6F717-D603-4A4C-ABB8-01FF6C768FBA}"/>
    <dgm:cxn modelId="{0076C71D-A242-1C42-BE4B-972928971264}" type="presOf" srcId="{8B87E354-E5B9-430D-8466-645D851B6DB3}" destId="{F3EC4FBC-4807-3440-8F89-CD9CF2719EC3}" srcOrd="0" destOrd="0" presId="urn:microsoft.com/office/officeart/2005/8/layout/list1"/>
    <dgm:cxn modelId="{24F8E129-E1C0-094A-B327-CB423AC6CC0D}" type="presOf" srcId="{B786C3B7-5657-44D6-AA8B-D00C8780A3AC}" destId="{FAC04294-FBCA-8745-87D9-15800BD4E215}" srcOrd="1" destOrd="0" presId="urn:microsoft.com/office/officeart/2005/8/layout/list1"/>
    <dgm:cxn modelId="{70A9944D-9A07-47AB-AED0-22B41BD99062}" srcId="{B786C3B7-5657-44D6-AA8B-D00C8780A3AC}" destId="{F0863057-23EA-47B1-9756-7DD8088C7ACA}" srcOrd="0" destOrd="0" parTransId="{6BD7E91E-CC9C-4FCB-BF83-5E31100229AD}" sibTransId="{B1611F73-C915-416D-80F5-07CEE70CC657}"/>
    <dgm:cxn modelId="{4DA8034E-E980-2443-AC62-A5BD90ED24F2}" type="presOf" srcId="{03DC191D-DB75-4D36-861D-90D30F464D11}" destId="{DA572B7A-8F6C-464C-B4D6-B077A2B266A0}" srcOrd="0" destOrd="0" presId="urn:microsoft.com/office/officeart/2005/8/layout/list1"/>
    <dgm:cxn modelId="{96483267-F36B-DB45-942E-046A35EC7B26}" type="presOf" srcId="{B786C3B7-5657-44D6-AA8B-D00C8780A3AC}" destId="{09BF36AF-BA08-8D43-AAE9-35B2E84DD74A}" srcOrd="0" destOrd="0" presId="urn:microsoft.com/office/officeart/2005/8/layout/list1"/>
    <dgm:cxn modelId="{A947146A-7411-A344-9583-412B61CA42F5}" type="presOf" srcId="{F0863057-23EA-47B1-9756-7DD8088C7ACA}" destId="{2B3C8423-F171-494F-9210-F6EB39AE7A27}" srcOrd="0" destOrd="0" presId="urn:microsoft.com/office/officeart/2005/8/layout/list1"/>
    <dgm:cxn modelId="{3528A886-325C-8849-AB94-470AB9BF0248}" type="presOf" srcId="{B82D63A8-2488-48A0-92BC-E1BE592AC019}" destId="{837D4C9A-22D6-D142-B190-BB7AFE68F8EB}" srcOrd="0" destOrd="0" presId="urn:microsoft.com/office/officeart/2005/8/layout/list1"/>
    <dgm:cxn modelId="{ABE8E488-95BC-4041-837D-F2C0A26ADFAC}" srcId="{03DC191D-DB75-4D36-861D-90D30F464D11}" destId="{8B87E354-E5B9-430D-8466-645D851B6DB3}" srcOrd="0" destOrd="0" parTransId="{5472942D-19AC-45A6-AEA9-D80A8B9C1030}" sibTransId="{736A3499-7413-47E1-981A-40316C3DC16A}"/>
    <dgm:cxn modelId="{B5F02C93-66D8-4CE9-806F-E9C6602165DD}" srcId="{B786C3B7-5657-44D6-AA8B-D00C8780A3AC}" destId="{16BC7CF3-3E06-4FFF-BC10-1AB6A9267DA0}" srcOrd="1" destOrd="0" parTransId="{38A77C94-AA90-4010-B10F-8353CF38B79F}" sibTransId="{ABBF1941-FE46-4EF1-A7BF-45C720AF5061}"/>
    <dgm:cxn modelId="{E66A4A9A-30FA-6B49-85FC-44E5279DEE6E}" type="presOf" srcId="{03DC191D-DB75-4D36-861D-90D30F464D11}" destId="{E4BD355B-298C-C743-8A84-45AEFA5071A0}" srcOrd="1" destOrd="0" presId="urn:microsoft.com/office/officeart/2005/8/layout/list1"/>
    <dgm:cxn modelId="{5591AFB3-FB79-4A38-95AD-4BB852FE6360}" srcId="{B786C3B7-5657-44D6-AA8B-D00C8780A3AC}" destId="{7F3620C8-4086-4168-99B6-070CDF749E08}" srcOrd="2" destOrd="0" parTransId="{1CB3FE1C-02DA-42A1-A301-A484CDD49061}" sibTransId="{F3ADCEC8-824C-4756-85BB-4C6E7979102D}"/>
    <dgm:cxn modelId="{5BC800EE-95E5-4EE3-B790-12D904ABC74F}" srcId="{B82D63A8-2488-48A0-92BC-E1BE592AC019}" destId="{03DC191D-DB75-4D36-861D-90D30F464D11}" srcOrd="1" destOrd="0" parTransId="{0CAD24C1-DEEE-42FC-BA22-C40F2A7B4301}" sibTransId="{D91C5F83-1F82-4C1B-BEB7-C7A938AFE56A}"/>
    <dgm:cxn modelId="{6142D8F5-523A-9840-97F5-9863A8E46C36}" type="presOf" srcId="{7F3620C8-4086-4168-99B6-070CDF749E08}" destId="{2B3C8423-F171-494F-9210-F6EB39AE7A27}" srcOrd="0" destOrd="2" presId="urn:microsoft.com/office/officeart/2005/8/layout/list1"/>
    <dgm:cxn modelId="{2521085B-D8CE-DB40-9829-8AF79DB1ED47}" type="presParOf" srcId="{837D4C9A-22D6-D142-B190-BB7AFE68F8EB}" destId="{AAB5E05C-7282-D544-B846-2CA11DE25C26}" srcOrd="0" destOrd="0" presId="urn:microsoft.com/office/officeart/2005/8/layout/list1"/>
    <dgm:cxn modelId="{05C053CF-8A1A-8946-8196-6984DAE40E8D}" type="presParOf" srcId="{AAB5E05C-7282-D544-B846-2CA11DE25C26}" destId="{09BF36AF-BA08-8D43-AAE9-35B2E84DD74A}" srcOrd="0" destOrd="0" presId="urn:microsoft.com/office/officeart/2005/8/layout/list1"/>
    <dgm:cxn modelId="{31B9F027-3A89-6B4F-AB77-2BE19E06CFBF}" type="presParOf" srcId="{AAB5E05C-7282-D544-B846-2CA11DE25C26}" destId="{FAC04294-FBCA-8745-87D9-15800BD4E215}" srcOrd="1" destOrd="0" presId="urn:microsoft.com/office/officeart/2005/8/layout/list1"/>
    <dgm:cxn modelId="{EB2D1B95-5C66-9749-891B-A189AC5702B5}" type="presParOf" srcId="{837D4C9A-22D6-D142-B190-BB7AFE68F8EB}" destId="{ACC50AA3-AE89-5547-84E8-00C4F3399BDD}" srcOrd="1" destOrd="0" presId="urn:microsoft.com/office/officeart/2005/8/layout/list1"/>
    <dgm:cxn modelId="{0379FC2D-AAAA-BF46-97F3-F5CC3977D12E}" type="presParOf" srcId="{837D4C9A-22D6-D142-B190-BB7AFE68F8EB}" destId="{2B3C8423-F171-494F-9210-F6EB39AE7A27}" srcOrd="2" destOrd="0" presId="urn:microsoft.com/office/officeart/2005/8/layout/list1"/>
    <dgm:cxn modelId="{A1D06652-96D2-A747-AA54-4DDA063B7D1A}" type="presParOf" srcId="{837D4C9A-22D6-D142-B190-BB7AFE68F8EB}" destId="{2970D4FB-2995-244E-A9EE-AFDE8A91FBF1}" srcOrd="3" destOrd="0" presId="urn:microsoft.com/office/officeart/2005/8/layout/list1"/>
    <dgm:cxn modelId="{D7615631-08D6-CB4F-BB73-D15FFE93A0A0}" type="presParOf" srcId="{837D4C9A-22D6-D142-B190-BB7AFE68F8EB}" destId="{5B52FAAC-8232-A94C-B88D-CD5B380E72F0}" srcOrd="4" destOrd="0" presId="urn:microsoft.com/office/officeart/2005/8/layout/list1"/>
    <dgm:cxn modelId="{AD355DCE-DBA8-9F42-84D7-E28BAB71675F}" type="presParOf" srcId="{5B52FAAC-8232-A94C-B88D-CD5B380E72F0}" destId="{DA572B7A-8F6C-464C-B4D6-B077A2B266A0}" srcOrd="0" destOrd="0" presId="urn:microsoft.com/office/officeart/2005/8/layout/list1"/>
    <dgm:cxn modelId="{93E7B0FD-0E63-4844-9A19-26FAB71A7D5C}" type="presParOf" srcId="{5B52FAAC-8232-A94C-B88D-CD5B380E72F0}" destId="{E4BD355B-298C-C743-8A84-45AEFA5071A0}" srcOrd="1" destOrd="0" presId="urn:microsoft.com/office/officeart/2005/8/layout/list1"/>
    <dgm:cxn modelId="{B1C4A89C-A414-2F44-87AD-9B888DC3397A}" type="presParOf" srcId="{837D4C9A-22D6-D142-B190-BB7AFE68F8EB}" destId="{2939559F-324F-C141-A67E-F3017A4D8BA3}" srcOrd="5" destOrd="0" presId="urn:microsoft.com/office/officeart/2005/8/layout/list1"/>
    <dgm:cxn modelId="{434E2D38-B961-3046-8128-EC27DFFF88AD}" type="presParOf" srcId="{837D4C9A-22D6-D142-B190-BB7AFE68F8EB}" destId="{F3EC4FBC-4807-3440-8F89-CD9CF2719EC3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95D11B-3CE4-8849-B3D7-E3BACC0CC582}">
      <dsp:nvSpPr>
        <dsp:cNvPr id="0" name=""/>
        <dsp:cNvSpPr/>
      </dsp:nvSpPr>
      <dsp:spPr>
        <a:xfrm>
          <a:off x="0" y="0"/>
          <a:ext cx="9280046" cy="1305763"/>
        </a:xfrm>
        <a:prstGeom prst="roundRect">
          <a:avLst>
            <a:gd name="adj" fmla="val 10000"/>
          </a:avLst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Model Used: </a:t>
          </a:r>
          <a:r>
            <a:rPr lang="en-US" sz="2600" kern="1200" dirty="0" err="1"/>
            <a:t>XGBoost</a:t>
          </a:r>
          <a:r>
            <a:rPr lang="en-US" sz="2600" kern="1200" dirty="0"/>
            <a:t>, selected for its strong performance on structured fraud data</a:t>
          </a:r>
        </a:p>
      </dsp:txBody>
      <dsp:txXfrm>
        <a:off x="38244" y="38244"/>
        <a:ext cx="7871027" cy="1229275"/>
      </dsp:txXfrm>
    </dsp:sp>
    <dsp:sp modelId="{26041B0E-6614-D546-9128-4BB4283F0920}">
      <dsp:nvSpPr>
        <dsp:cNvPr id="0" name=""/>
        <dsp:cNvSpPr/>
      </dsp:nvSpPr>
      <dsp:spPr>
        <a:xfrm>
          <a:off x="818827" y="1523390"/>
          <a:ext cx="9280046" cy="1305763"/>
        </a:xfrm>
        <a:prstGeom prst="roundRect">
          <a:avLst>
            <a:gd name="adj" fmla="val 10000"/>
          </a:avLst>
        </a:prstGeom>
        <a:solidFill>
          <a:schemeClr val="tx2">
            <a:lumMod val="75000"/>
            <a:lumOff val="25000"/>
          </a:schemeClr>
        </a:solidFill>
        <a:ln w="19050" cap="flat" cmpd="sng" algn="ctr">
          <a:solidFill>
            <a:schemeClr val="tx2">
              <a:lumMod val="75000"/>
              <a:lumOff val="2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u="sng" kern="1200" dirty="0"/>
            <a:t>Performance Summary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/>
            <a:t>Zero False Positives</a:t>
          </a:r>
          <a:r>
            <a:rPr lang="en-US" sz="1800" kern="1200" dirty="0"/>
            <a:t>: No legitimate customers were incorrectly flagged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Model caught </a:t>
          </a:r>
          <a:r>
            <a:rPr lang="en-US" sz="1800" b="1" kern="1200" dirty="0"/>
            <a:t>99.97% </a:t>
          </a:r>
          <a:r>
            <a:rPr lang="en-US" sz="1800" kern="1200" dirty="0"/>
            <a:t>of all fraud cases</a:t>
          </a:r>
        </a:p>
      </dsp:txBody>
      <dsp:txXfrm>
        <a:off x="857071" y="1561634"/>
        <a:ext cx="7535984" cy="1229275"/>
      </dsp:txXfrm>
    </dsp:sp>
    <dsp:sp modelId="{BC44F947-3804-9D4C-841A-4129F7320AEE}">
      <dsp:nvSpPr>
        <dsp:cNvPr id="0" name=""/>
        <dsp:cNvSpPr/>
      </dsp:nvSpPr>
      <dsp:spPr>
        <a:xfrm>
          <a:off x="1637655" y="3046780"/>
          <a:ext cx="9280046" cy="1305763"/>
        </a:xfrm>
        <a:prstGeom prst="roundRect">
          <a:avLst>
            <a:gd name="adj" fmla="val 10000"/>
          </a:avLst>
        </a:prstGeom>
        <a:solidFill>
          <a:schemeClr val="tx2">
            <a:lumMod val="90000"/>
            <a:lumOff val="10000"/>
          </a:schemeClr>
        </a:solidFill>
        <a:ln w="19050" cap="flat" cmpd="sng" algn="ctr">
          <a:solidFill>
            <a:schemeClr val="tx2">
              <a:lumMod val="90000"/>
              <a:lumOff val="1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The model dramatically reduces customer friction while greatly improving fraud detection accuracy</a:t>
          </a:r>
        </a:p>
      </dsp:txBody>
      <dsp:txXfrm>
        <a:off x="1675899" y="3085024"/>
        <a:ext cx="7535984" cy="1229275"/>
      </dsp:txXfrm>
    </dsp:sp>
    <dsp:sp modelId="{FC34611D-8E8D-0F4A-A78A-CA10FB7A5077}">
      <dsp:nvSpPr>
        <dsp:cNvPr id="0" name=""/>
        <dsp:cNvSpPr/>
      </dsp:nvSpPr>
      <dsp:spPr>
        <a:xfrm>
          <a:off x="8431300" y="990203"/>
          <a:ext cx="848746" cy="848746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622268" y="990203"/>
        <a:ext cx="466810" cy="638681"/>
      </dsp:txXfrm>
    </dsp:sp>
    <dsp:sp modelId="{58DDF600-DB3A-C649-AB95-AE7CD503FE05}">
      <dsp:nvSpPr>
        <dsp:cNvPr id="0" name=""/>
        <dsp:cNvSpPr/>
      </dsp:nvSpPr>
      <dsp:spPr>
        <a:xfrm>
          <a:off x="9250128" y="2504889"/>
          <a:ext cx="848746" cy="848746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441096" y="2504889"/>
        <a:ext cx="466810" cy="6386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122B78-B89E-4E1A-A91F-C739C9579C06}">
      <dsp:nvSpPr>
        <dsp:cNvPr id="0" name=""/>
        <dsp:cNvSpPr/>
      </dsp:nvSpPr>
      <dsp:spPr>
        <a:xfrm>
          <a:off x="17637" y="499494"/>
          <a:ext cx="810632" cy="8106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B2D92C-2F07-4B1B-85B4-EEE22A01452A}">
      <dsp:nvSpPr>
        <dsp:cNvPr id="0" name=""/>
        <dsp:cNvSpPr/>
      </dsp:nvSpPr>
      <dsp:spPr>
        <a:xfrm>
          <a:off x="17637" y="1450403"/>
          <a:ext cx="2316093" cy="347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 dirty="0"/>
            <a:t>Preprocessing Stage</a:t>
          </a:r>
        </a:p>
      </dsp:txBody>
      <dsp:txXfrm>
        <a:off x="17637" y="1450403"/>
        <a:ext cx="2316093" cy="347414"/>
      </dsp:txXfrm>
    </dsp:sp>
    <dsp:sp modelId="{D15A4944-4D68-4604-847A-32E931404859}">
      <dsp:nvSpPr>
        <dsp:cNvPr id="0" name=""/>
        <dsp:cNvSpPr/>
      </dsp:nvSpPr>
      <dsp:spPr>
        <a:xfrm>
          <a:off x="87699" y="2069797"/>
          <a:ext cx="2348102" cy="20789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Data cleaning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Missing value imputation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Feature engineering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Feature selection</a:t>
          </a:r>
        </a:p>
      </dsp:txBody>
      <dsp:txXfrm>
        <a:off x="87699" y="2069797"/>
        <a:ext cx="2348102" cy="2078902"/>
      </dsp:txXfrm>
    </dsp:sp>
    <dsp:sp modelId="{14A24FD5-5F51-4138-A808-71A4B505E032}">
      <dsp:nvSpPr>
        <dsp:cNvPr id="0" name=""/>
        <dsp:cNvSpPr/>
      </dsp:nvSpPr>
      <dsp:spPr>
        <a:xfrm>
          <a:off x="2755052" y="544554"/>
          <a:ext cx="810632" cy="8106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1F0D19-FE47-4167-B922-2005E9F7051F}">
      <dsp:nvSpPr>
        <dsp:cNvPr id="0" name=""/>
        <dsp:cNvSpPr/>
      </dsp:nvSpPr>
      <dsp:spPr>
        <a:xfrm>
          <a:off x="2755052" y="1495463"/>
          <a:ext cx="2316093" cy="347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Model Development</a:t>
          </a:r>
        </a:p>
      </dsp:txBody>
      <dsp:txXfrm>
        <a:off x="2755052" y="1495463"/>
        <a:ext cx="2316093" cy="347414"/>
      </dsp:txXfrm>
    </dsp:sp>
    <dsp:sp modelId="{DBA5E129-5E2E-49A2-986A-55E44CF01059}">
      <dsp:nvSpPr>
        <dsp:cNvPr id="0" name=""/>
        <dsp:cNvSpPr/>
      </dsp:nvSpPr>
      <dsp:spPr>
        <a:xfrm>
          <a:off x="2765798" y="2085590"/>
          <a:ext cx="2316093" cy="1898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Trained </a:t>
          </a:r>
          <a:r>
            <a:rPr lang="en-US" sz="1800" kern="1200" dirty="0" err="1"/>
            <a:t>XGBoost</a:t>
          </a:r>
          <a:r>
            <a:rPr lang="en-US" sz="1800" kern="1200" dirty="0"/>
            <a:t> model on engineered features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Tuned using validation set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Final evaluation on an unseen test set</a:t>
          </a:r>
        </a:p>
      </dsp:txBody>
      <dsp:txXfrm>
        <a:off x="2765798" y="2085590"/>
        <a:ext cx="2316093" cy="1898662"/>
      </dsp:txXfrm>
    </dsp:sp>
    <dsp:sp modelId="{A3CED9C0-DF02-49B8-B29F-DD12E35FB962}">
      <dsp:nvSpPr>
        <dsp:cNvPr id="0" name=""/>
        <dsp:cNvSpPr/>
      </dsp:nvSpPr>
      <dsp:spPr>
        <a:xfrm>
          <a:off x="5476462" y="544554"/>
          <a:ext cx="810632" cy="8106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4BA838-35E7-4A17-BC03-361BA6828088}">
      <dsp:nvSpPr>
        <dsp:cNvPr id="0" name=""/>
        <dsp:cNvSpPr/>
      </dsp:nvSpPr>
      <dsp:spPr>
        <a:xfrm>
          <a:off x="5476462" y="1495463"/>
          <a:ext cx="2316093" cy="347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Dataset Size</a:t>
          </a:r>
        </a:p>
      </dsp:txBody>
      <dsp:txXfrm>
        <a:off x="5476462" y="1495463"/>
        <a:ext cx="2316093" cy="347414"/>
      </dsp:txXfrm>
    </dsp:sp>
    <dsp:sp modelId="{6245A82B-075F-42B1-8E1C-21C21B20A83F}">
      <dsp:nvSpPr>
        <dsp:cNvPr id="0" name=""/>
        <dsp:cNvSpPr/>
      </dsp:nvSpPr>
      <dsp:spPr>
        <a:xfrm>
          <a:off x="5476462" y="2085590"/>
          <a:ext cx="2316093" cy="1898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Train Set: 413,378 rows x 331 features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Validation Set: 88,581 rows x 331 features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Test Set: 88,581 rows x 331 features</a:t>
          </a:r>
        </a:p>
      </dsp:txBody>
      <dsp:txXfrm>
        <a:off x="5476462" y="2085590"/>
        <a:ext cx="2316093" cy="1898662"/>
      </dsp:txXfrm>
    </dsp:sp>
    <dsp:sp modelId="{49B09B84-F833-45C8-989F-07BFA958EC71}">
      <dsp:nvSpPr>
        <dsp:cNvPr id="0" name=""/>
        <dsp:cNvSpPr/>
      </dsp:nvSpPr>
      <dsp:spPr>
        <a:xfrm>
          <a:off x="8197872" y="544554"/>
          <a:ext cx="810632" cy="81063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014D6C-ACF1-49B4-B3CF-1FC5851E41E4}">
      <dsp:nvSpPr>
        <dsp:cNvPr id="0" name=""/>
        <dsp:cNvSpPr/>
      </dsp:nvSpPr>
      <dsp:spPr>
        <a:xfrm>
          <a:off x="8197872" y="1495463"/>
          <a:ext cx="2316093" cy="347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Tools Used</a:t>
          </a:r>
        </a:p>
      </dsp:txBody>
      <dsp:txXfrm>
        <a:off x="8197872" y="1495463"/>
        <a:ext cx="2316093" cy="347414"/>
      </dsp:txXfrm>
    </dsp:sp>
    <dsp:sp modelId="{3E944720-C483-4D29-8E25-D2EF07B7CB06}">
      <dsp:nvSpPr>
        <dsp:cNvPr id="0" name=""/>
        <dsp:cNvSpPr/>
      </dsp:nvSpPr>
      <dsp:spPr>
        <a:xfrm>
          <a:off x="8187125" y="2085590"/>
          <a:ext cx="2316093" cy="1898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R, </a:t>
          </a:r>
          <a:r>
            <a:rPr lang="en-US" sz="1800" kern="1200" dirty="0" err="1"/>
            <a:t>Rstudio</a:t>
          </a:r>
          <a:r>
            <a:rPr lang="en-US" sz="1800" kern="1200" dirty="0"/>
            <a:t>, </a:t>
          </a:r>
          <a:r>
            <a:rPr lang="en-US" sz="1800" kern="1200" dirty="0" err="1"/>
            <a:t>XGBoost</a:t>
          </a:r>
          <a:r>
            <a:rPr lang="en-US" sz="1800" kern="1200" dirty="0"/>
            <a:t> Package, GitHub, and RDS conversion to store large datasets efficiently</a:t>
          </a:r>
        </a:p>
      </dsp:txBody>
      <dsp:txXfrm>
        <a:off x="8187125" y="2085590"/>
        <a:ext cx="2316093" cy="18986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0DAABB-39D6-A247-BA64-9739E7697B15}">
      <dsp:nvSpPr>
        <dsp:cNvPr id="0" name=""/>
        <dsp:cNvSpPr/>
      </dsp:nvSpPr>
      <dsp:spPr>
        <a:xfrm rot="5400000">
          <a:off x="3871111" y="-1410764"/>
          <a:ext cx="1049374" cy="4137223"/>
        </a:xfrm>
        <a:prstGeom prst="round2SameRect">
          <a:avLst/>
        </a:prstGeom>
        <a:solidFill>
          <a:schemeClr val="tx2">
            <a:lumMod val="10000"/>
            <a:lumOff val="90000"/>
            <a:alpha val="9000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Legitimate customers are no longer interrupted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Smoother transactions and fewer complaints</a:t>
          </a:r>
        </a:p>
      </dsp:txBody>
      <dsp:txXfrm rot="-5400000">
        <a:off x="2327187" y="184386"/>
        <a:ext cx="4085997" cy="946922"/>
      </dsp:txXfrm>
    </dsp:sp>
    <dsp:sp modelId="{A1F86AC8-DB38-C84C-9F7E-DBAE406DB302}">
      <dsp:nvSpPr>
        <dsp:cNvPr id="0" name=""/>
        <dsp:cNvSpPr/>
      </dsp:nvSpPr>
      <dsp:spPr>
        <a:xfrm>
          <a:off x="0" y="1987"/>
          <a:ext cx="2327187" cy="1311718"/>
        </a:xfrm>
        <a:prstGeom prst="roundRect">
          <a:avLst/>
        </a:prstGeom>
        <a:solidFill>
          <a:schemeClr val="tx2">
            <a:lumMod val="50000"/>
            <a:lumOff val="5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Zero False Positives lead to a better customer experience</a:t>
          </a:r>
        </a:p>
      </dsp:txBody>
      <dsp:txXfrm>
        <a:off x="64033" y="66020"/>
        <a:ext cx="2199121" cy="1183652"/>
      </dsp:txXfrm>
    </dsp:sp>
    <dsp:sp modelId="{66CB5230-599D-7C40-B0F7-445BD6AC1BC4}">
      <dsp:nvSpPr>
        <dsp:cNvPr id="0" name=""/>
        <dsp:cNvSpPr/>
      </dsp:nvSpPr>
      <dsp:spPr>
        <a:xfrm rot="5400000">
          <a:off x="3871111" y="-33460"/>
          <a:ext cx="1049374" cy="4137223"/>
        </a:xfrm>
        <a:prstGeom prst="round2Same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12700" cap="flat" cmpd="sng" algn="ctr">
          <a:solidFill>
            <a:schemeClr val="accent2">
              <a:tint val="40000"/>
              <a:alpha val="90000"/>
              <a:hueOff val="3367362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500" kern="1200"/>
            <a:t>- Major reduction in financial losses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500" kern="1200"/>
            <a:t>- Earlier and more reliable fraud prevention</a:t>
          </a:r>
        </a:p>
      </dsp:txBody>
      <dsp:txXfrm rot="-5400000">
        <a:off x="2327187" y="1561690"/>
        <a:ext cx="4085997" cy="946922"/>
      </dsp:txXfrm>
    </dsp:sp>
    <dsp:sp modelId="{4142B36F-40FF-4146-97DE-ACB70C0649A5}">
      <dsp:nvSpPr>
        <dsp:cNvPr id="0" name=""/>
        <dsp:cNvSpPr/>
      </dsp:nvSpPr>
      <dsp:spPr>
        <a:xfrm>
          <a:off x="0" y="1379292"/>
          <a:ext cx="2327187" cy="1311718"/>
        </a:xfrm>
        <a:prstGeom prst="roundRect">
          <a:avLst/>
        </a:prstGeom>
        <a:solidFill>
          <a:schemeClr val="tx2">
            <a:lumMod val="75000"/>
            <a:lumOff val="2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99.97% Fraud detection means </a:t>
          </a:r>
          <a:r>
            <a:rPr lang="en-US" sz="1900" u="sng" kern="1200" dirty="0"/>
            <a:t>strong protection</a:t>
          </a:r>
        </a:p>
      </dsp:txBody>
      <dsp:txXfrm>
        <a:off x="64033" y="1443325"/>
        <a:ext cx="2199121" cy="1183652"/>
      </dsp:txXfrm>
    </dsp:sp>
    <dsp:sp modelId="{021E9FE3-630F-A349-961A-B53D47EE59FE}">
      <dsp:nvSpPr>
        <dsp:cNvPr id="0" name=""/>
        <dsp:cNvSpPr/>
      </dsp:nvSpPr>
      <dsp:spPr>
        <a:xfrm rot="5400000">
          <a:off x="3871111" y="1343844"/>
          <a:ext cx="1049374" cy="4137223"/>
        </a:xfrm>
        <a:prstGeom prst="round2SameRect">
          <a:avLst/>
        </a:prstGeom>
        <a:solidFill>
          <a:schemeClr val="accent4">
            <a:lumMod val="40000"/>
            <a:lumOff val="60000"/>
            <a:alpha val="9000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24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Manual review workload drops significantly, freeing staff to focus on the most critical cases</a:t>
          </a:r>
        </a:p>
      </dsp:txBody>
      <dsp:txXfrm rot="-5400000">
        <a:off x="2327187" y="2938994"/>
        <a:ext cx="4085997" cy="946922"/>
      </dsp:txXfrm>
    </dsp:sp>
    <dsp:sp modelId="{97B6A354-4680-1547-B75A-DC5B6D872305}">
      <dsp:nvSpPr>
        <dsp:cNvPr id="0" name=""/>
        <dsp:cNvSpPr/>
      </dsp:nvSpPr>
      <dsp:spPr>
        <a:xfrm>
          <a:off x="0" y="2756596"/>
          <a:ext cx="2327187" cy="1311718"/>
        </a:xfrm>
        <a:prstGeom prst="roundRect">
          <a:avLst/>
        </a:prstGeom>
        <a:solidFill>
          <a:schemeClr val="tx2">
            <a:lumMod val="90000"/>
            <a:lumOff val="1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This project provides immediate benefit</a:t>
          </a:r>
        </a:p>
      </dsp:txBody>
      <dsp:txXfrm>
        <a:off x="64033" y="2820629"/>
        <a:ext cx="2199121" cy="11836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7194E2-783A-9B45-BD6F-04CD16AD70D4}">
      <dsp:nvSpPr>
        <dsp:cNvPr id="0" name=""/>
        <dsp:cNvSpPr/>
      </dsp:nvSpPr>
      <dsp:spPr>
        <a:xfrm>
          <a:off x="134291" y="613"/>
          <a:ext cx="4332795" cy="27513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E25EF8-357C-F640-9CB7-4223AA07294F}">
      <dsp:nvSpPr>
        <dsp:cNvPr id="0" name=""/>
        <dsp:cNvSpPr/>
      </dsp:nvSpPr>
      <dsp:spPr>
        <a:xfrm>
          <a:off x="615713" y="457964"/>
          <a:ext cx="4332795" cy="27513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XGBoost was the chosen model because prior research and literature show that XGBoost performs well on fraud detection tasks</a:t>
          </a:r>
        </a:p>
      </dsp:txBody>
      <dsp:txXfrm>
        <a:off x="696297" y="538548"/>
        <a:ext cx="4171627" cy="2590157"/>
      </dsp:txXfrm>
    </dsp:sp>
    <dsp:sp modelId="{F8F1859B-7AB9-8F4F-B0D9-642D15BB3B39}">
      <dsp:nvSpPr>
        <dsp:cNvPr id="0" name=""/>
        <dsp:cNvSpPr/>
      </dsp:nvSpPr>
      <dsp:spPr>
        <a:xfrm>
          <a:off x="5429930" y="613"/>
          <a:ext cx="4332795" cy="27513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E69F49-7800-D948-8C7B-8F86D9BE2A7D}">
      <dsp:nvSpPr>
        <dsp:cNvPr id="0" name=""/>
        <dsp:cNvSpPr/>
      </dsp:nvSpPr>
      <dsp:spPr>
        <a:xfrm>
          <a:off x="5911352" y="457964"/>
          <a:ext cx="4332795" cy="27513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The model uses patterns in historical data to make highly accurate predictions on new transactions</a:t>
          </a:r>
        </a:p>
      </dsp:txBody>
      <dsp:txXfrm>
        <a:off x="5991936" y="538548"/>
        <a:ext cx="4171627" cy="259015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A8668B-FF32-4B25-907B-BF58C876DFB0}">
      <dsp:nvSpPr>
        <dsp:cNvPr id="0" name=""/>
        <dsp:cNvSpPr/>
      </dsp:nvSpPr>
      <dsp:spPr>
        <a:xfrm>
          <a:off x="7" y="559451"/>
          <a:ext cx="1043929" cy="104392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5F677C-0C06-435E-825F-86C2AB014C0F}">
      <dsp:nvSpPr>
        <dsp:cNvPr id="0" name=""/>
        <dsp:cNvSpPr/>
      </dsp:nvSpPr>
      <dsp:spPr>
        <a:xfrm>
          <a:off x="2460" y="1762863"/>
          <a:ext cx="2982656" cy="685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 dirty="0"/>
            <a:t>Fraud Pattern the Model Flags:</a:t>
          </a:r>
        </a:p>
      </dsp:txBody>
      <dsp:txXfrm>
        <a:off x="2460" y="1762863"/>
        <a:ext cx="2982656" cy="685078"/>
      </dsp:txXfrm>
    </dsp:sp>
    <dsp:sp modelId="{98F7AF5D-0E69-4FC3-A2EB-8A2909B93FDB}">
      <dsp:nvSpPr>
        <dsp:cNvPr id="0" name=""/>
        <dsp:cNvSpPr/>
      </dsp:nvSpPr>
      <dsp:spPr>
        <a:xfrm>
          <a:off x="2460" y="2512631"/>
          <a:ext cx="2982656" cy="130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Overseas transactions that are unusual for the customer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Helps end users quickly spot high-risk activity that often indicates compromised cards</a:t>
          </a:r>
        </a:p>
      </dsp:txBody>
      <dsp:txXfrm>
        <a:off x="2460" y="2512631"/>
        <a:ext cx="2982656" cy="1301718"/>
      </dsp:txXfrm>
    </dsp:sp>
    <dsp:sp modelId="{70985D90-F53E-433D-9B05-32522B2AF5AD}">
      <dsp:nvSpPr>
        <dsp:cNvPr id="0" name=""/>
        <dsp:cNvSpPr/>
      </dsp:nvSpPr>
      <dsp:spPr>
        <a:xfrm>
          <a:off x="3521153" y="559441"/>
          <a:ext cx="1043929" cy="104392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E74551-D002-4376-AEB2-C43F7D7A4399}">
      <dsp:nvSpPr>
        <dsp:cNvPr id="0" name=""/>
        <dsp:cNvSpPr/>
      </dsp:nvSpPr>
      <dsp:spPr>
        <a:xfrm>
          <a:off x="3507081" y="1762863"/>
          <a:ext cx="2982656" cy="685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 dirty="0"/>
            <a:t>Legitimate Pattern the Model Avoids Flagging</a:t>
          </a:r>
        </a:p>
      </dsp:txBody>
      <dsp:txXfrm>
        <a:off x="3507081" y="1762863"/>
        <a:ext cx="2982656" cy="685078"/>
      </dsp:txXfrm>
    </dsp:sp>
    <dsp:sp modelId="{4F8EADF7-AC6E-4611-8D06-4EA69F38673D}">
      <dsp:nvSpPr>
        <dsp:cNvPr id="0" name=""/>
        <dsp:cNvSpPr/>
      </dsp:nvSpPr>
      <dsp:spPr>
        <a:xfrm>
          <a:off x="3507081" y="2512631"/>
          <a:ext cx="2982656" cy="130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Small local purchases, which are typically part of normal customer behavior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Reduces unnecessary alerts and customer inconvenience</a:t>
          </a:r>
        </a:p>
      </dsp:txBody>
      <dsp:txXfrm>
        <a:off x="3507081" y="2512631"/>
        <a:ext cx="2982656" cy="1301718"/>
      </dsp:txXfrm>
    </dsp:sp>
    <dsp:sp modelId="{32D23086-8135-41BF-B932-240502195C16}">
      <dsp:nvSpPr>
        <dsp:cNvPr id="0" name=""/>
        <dsp:cNvSpPr/>
      </dsp:nvSpPr>
      <dsp:spPr>
        <a:xfrm>
          <a:off x="7011702" y="579849"/>
          <a:ext cx="1043929" cy="104392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440106-A1D1-42B6-9924-10E42E84B9E1}">
      <dsp:nvSpPr>
        <dsp:cNvPr id="0" name=""/>
        <dsp:cNvSpPr/>
      </dsp:nvSpPr>
      <dsp:spPr>
        <a:xfrm>
          <a:off x="7011702" y="1762863"/>
          <a:ext cx="2982656" cy="685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Input End Users Care About Most</a:t>
          </a:r>
        </a:p>
      </dsp:txBody>
      <dsp:txXfrm>
        <a:off x="7011702" y="1762863"/>
        <a:ext cx="2982656" cy="685078"/>
      </dsp:txXfrm>
    </dsp:sp>
    <dsp:sp modelId="{3FF82C8C-EBAC-4E7A-9CCA-B9F73198FB73}">
      <dsp:nvSpPr>
        <dsp:cNvPr id="0" name=""/>
        <dsp:cNvSpPr/>
      </dsp:nvSpPr>
      <dsp:spPr>
        <a:xfrm>
          <a:off x="7011702" y="2512631"/>
          <a:ext cx="2982656" cy="130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Location. This aligns with the factors employees already use when manually evaluating transactions.</a:t>
          </a:r>
        </a:p>
      </dsp:txBody>
      <dsp:txXfrm>
        <a:off x="7011702" y="2512631"/>
        <a:ext cx="2982656" cy="130171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B214F3-E022-499B-A1E5-699A181A2C7B}">
      <dsp:nvSpPr>
        <dsp:cNvPr id="0" name=""/>
        <dsp:cNvSpPr/>
      </dsp:nvSpPr>
      <dsp:spPr>
        <a:xfrm>
          <a:off x="0" y="1823"/>
          <a:ext cx="9356107" cy="924326"/>
        </a:xfrm>
        <a:prstGeom prst="roundRect">
          <a:avLst>
            <a:gd name="adj" fmla="val 10000"/>
          </a:avLst>
        </a:prstGeom>
        <a:solidFill>
          <a:schemeClr val="tx2">
            <a:lumMod val="90000"/>
            <a:lumOff val="1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50D08D-83A9-49BA-A187-AEAF82DF35C2}">
      <dsp:nvSpPr>
        <dsp:cNvPr id="0" name=""/>
        <dsp:cNvSpPr/>
      </dsp:nvSpPr>
      <dsp:spPr>
        <a:xfrm>
          <a:off x="279608" y="209797"/>
          <a:ext cx="508379" cy="50837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75AB3F-730D-497B-A92E-B2E27494C265}">
      <dsp:nvSpPr>
        <dsp:cNvPr id="0" name=""/>
        <dsp:cNvSpPr/>
      </dsp:nvSpPr>
      <dsp:spPr>
        <a:xfrm>
          <a:off x="1067597" y="1823"/>
          <a:ext cx="8288509" cy="924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825" tIns="97825" rIns="97825" bIns="9782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We ask that you report unusual fraud patterns that you detect manually that the model may not yet recognize</a:t>
          </a:r>
        </a:p>
      </dsp:txBody>
      <dsp:txXfrm>
        <a:off x="1067597" y="1823"/>
        <a:ext cx="8288509" cy="924326"/>
      </dsp:txXfrm>
    </dsp:sp>
    <dsp:sp modelId="{B2C84B90-C87E-43D3-955E-453FEB3C1690}">
      <dsp:nvSpPr>
        <dsp:cNvPr id="0" name=""/>
        <dsp:cNvSpPr/>
      </dsp:nvSpPr>
      <dsp:spPr>
        <a:xfrm>
          <a:off x="0" y="1157232"/>
          <a:ext cx="9356107" cy="924326"/>
        </a:xfrm>
        <a:prstGeom prst="roundRect">
          <a:avLst>
            <a:gd name="adj" fmla="val 10000"/>
          </a:avLst>
        </a:prstGeom>
        <a:solidFill>
          <a:schemeClr val="tx2">
            <a:lumMod val="75000"/>
            <a:lumOff val="2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F91262-383F-4617-BBFA-0259C154E7B0}">
      <dsp:nvSpPr>
        <dsp:cNvPr id="0" name=""/>
        <dsp:cNvSpPr/>
      </dsp:nvSpPr>
      <dsp:spPr>
        <a:xfrm>
          <a:off x="279608" y="1365205"/>
          <a:ext cx="508379" cy="50837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7DDA6C-E6BB-4A80-A4B9-4ACB9E8066CB}">
      <dsp:nvSpPr>
        <dsp:cNvPr id="0" name=""/>
        <dsp:cNvSpPr/>
      </dsp:nvSpPr>
      <dsp:spPr>
        <a:xfrm>
          <a:off x="1067597" y="1157232"/>
          <a:ext cx="8288509" cy="924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825" tIns="97825" rIns="97825" bIns="9782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Simply send an email whenever you notice a suspicious pattern or a case the model misclassified.</a:t>
          </a:r>
        </a:p>
      </dsp:txBody>
      <dsp:txXfrm>
        <a:off x="1067597" y="1157232"/>
        <a:ext cx="8288509" cy="924326"/>
      </dsp:txXfrm>
    </dsp:sp>
    <dsp:sp modelId="{0084079B-41CA-4284-8026-BC6DDB2C6E95}">
      <dsp:nvSpPr>
        <dsp:cNvPr id="0" name=""/>
        <dsp:cNvSpPr/>
      </dsp:nvSpPr>
      <dsp:spPr>
        <a:xfrm>
          <a:off x="0" y="2312640"/>
          <a:ext cx="9356107" cy="924326"/>
        </a:xfrm>
        <a:prstGeom prst="roundRect">
          <a:avLst>
            <a:gd name="adj" fmla="val 10000"/>
          </a:avLst>
        </a:prstGeom>
        <a:solidFill>
          <a:schemeClr val="tx2">
            <a:lumMod val="50000"/>
            <a:lumOff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AD6363-527A-4070-87B9-D984C11FDA98}">
      <dsp:nvSpPr>
        <dsp:cNvPr id="0" name=""/>
        <dsp:cNvSpPr/>
      </dsp:nvSpPr>
      <dsp:spPr>
        <a:xfrm>
          <a:off x="279608" y="2520614"/>
          <a:ext cx="508379" cy="50837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61E425-BD2E-4F8A-83F2-586EE7A97EC8}">
      <dsp:nvSpPr>
        <dsp:cNvPr id="0" name=""/>
        <dsp:cNvSpPr/>
      </dsp:nvSpPr>
      <dsp:spPr>
        <a:xfrm>
          <a:off x="1067597" y="2312640"/>
          <a:ext cx="8288509" cy="924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825" tIns="97825" rIns="97825" bIns="9782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Your insights help the model learn emerging fraud behaviors.</a:t>
          </a:r>
        </a:p>
      </dsp:txBody>
      <dsp:txXfrm>
        <a:off x="1067597" y="2312640"/>
        <a:ext cx="8288509" cy="924326"/>
      </dsp:txXfrm>
    </dsp:sp>
    <dsp:sp modelId="{74B959CB-52C9-4E3C-8390-CC47BD21B90D}">
      <dsp:nvSpPr>
        <dsp:cNvPr id="0" name=""/>
        <dsp:cNvSpPr/>
      </dsp:nvSpPr>
      <dsp:spPr>
        <a:xfrm>
          <a:off x="0" y="3468049"/>
          <a:ext cx="9356107" cy="924326"/>
        </a:xfrm>
        <a:prstGeom prst="roundRect">
          <a:avLst>
            <a:gd name="adj" fmla="val 10000"/>
          </a:avLst>
        </a:prstGeom>
        <a:solidFill>
          <a:schemeClr val="tx2">
            <a:lumMod val="25000"/>
            <a:lumOff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A9034B-1798-43AF-A7D8-B6187794F444}">
      <dsp:nvSpPr>
        <dsp:cNvPr id="0" name=""/>
        <dsp:cNvSpPr/>
      </dsp:nvSpPr>
      <dsp:spPr>
        <a:xfrm>
          <a:off x="279608" y="3676022"/>
          <a:ext cx="508379" cy="50837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F7CACC-0A66-4D89-871A-07DC2D8CF179}">
      <dsp:nvSpPr>
        <dsp:cNvPr id="0" name=""/>
        <dsp:cNvSpPr/>
      </dsp:nvSpPr>
      <dsp:spPr>
        <a:xfrm>
          <a:off x="1067597" y="3468049"/>
          <a:ext cx="8288509" cy="924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825" tIns="97825" rIns="97825" bIns="9782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Continuous improvement strengthens fraud prevention and reduces your workload over time.</a:t>
          </a:r>
        </a:p>
      </dsp:txBody>
      <dsp:txXfrm>
        <a:off x="1067597" y="3468049"/>
        <a:ext cx="8288509" cy="92432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B87475-3FEC-384E-B8FB-FA29DBF2BD14}">
      <dsp:nvSpPr>
        <dsp:cNvPr id="0" name=""/>
        <dsp:cNvSpPr/>
      </dsp:nvSpPr>
      <dsp:spPr>
        <a:xfrm>
          <a:off x="0" y="274381"/>
          <a:ext cx="10624473" cy="1927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2">
              <a:lumMod val="50000"/>
              <a:lumOff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4577" tIns="374904" rIns="82457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Rule based systems – simple heuristics for flagging suspicious transactions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Machine learning models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/>
            <a:t>LighGBM</a:t>
          </a:r>
          <a:endParaRPr lang="en-US" sz="1800" kern="1200" dirty="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Random Forest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/>
            <a:t>XGBoost</a:t>
          </a:r>
          <a:endParaRPr lang="en-US" sz="1800" kern="1200" dirty="0"/>
        </a:p>
      </dsp:txBody>
      <dsp:txXfrm>
        <a:off x="0" y="274381"/>
        <a:ext cx="10624473" cy="1927800"/>
      </dsp:txXfrm>
    </dsp:sp>
    <dsp:sp modelId="{FAF703F7-FCF5-364F-B1BE-A81F46E0CD78}">
      <dsp:nvSpPr>
        <dsp:cNvPr id="0" name=""/>
        <dsp:cNvSpPr/>
      </dsp:nvSpPr>
      <dsp:spPr>
        <a:xfrm>
          <a:off x="531223" y="8701"/>
          <a:ext cx="7437131" cy="531360"/>
        </a:xfrm>
        <a:prstGeom prst="roundRect">
          <a:avLst/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106" tIns="0" rIns="28110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Common Approaches in Literature</a:t>
          </a:r>
        </a:p>
      </dsp:txBody>
      <dsp:txXfrm>
        <a:off x="557162" y="34640"/>
        <a:ext cx="7385253" cy="479482"/>
      </dsp:txXfrm>
    </dsp:sp>
    <dsp:sp modelId="{E8375890-0105-4448-98AA-3A3A8A17D747}">
      <dsp:nvSpPr>
        <dsp:cNvPr id="0" name=""/>
        <dsp:cNvSpPr/>
      </dsp:nvSpPr>
      <dsp:spPr>
        <a:xfrm>
          <a:off x="0" y="2565061"/>
          <a:ext cx="10624473" cy="1360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2">
              <a:lumMod val="75000"/>
              <a:lumOff val="2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4577" tIns="374904" rIns="82457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Implemented a superior preprocessing pipeline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More effective handling of missing values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Feature engineering and selection tailored for this dataset</a:t>
          </a:r>
        </a:p>
      </dsp:txBody>
      <dsp:txXfrm>
        <a:off x="0" y="2565061"/>
        <a:ext cx="10624473" cy="1360799"/>
      </dsp:txXfrm>
    </dsp:sp>
    <dsp:sp modelId="{70B5EBB1-DF6A-6447-8DF6-85D126D7B42D}">
      <dsp:nvSpPr>
        <dsp:cNvPr id="0" name=""/>
        <dsp:cNvSpPr/>
      </dsp:nvSpPr>
      <dsp:spPr>
        <a:xfrm>
          <a:off x="531223" y="2299381"/>
          <a:ext cx="7437131" cy="531360"/>
        </a:xfrm>
        <a:prstGeom prst="roundRect">
          <a:avLst/>
        </a:prstGeom>
        <a:solidFill>
          <a:schemeClr val="tx2">
            <a:lumMod val="75000"/>
            <a:lumOff val="2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106" tIns="0" rIns="28110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How Our Approach Differs</a:t>
          </a:r>
        </a:p>
      </dsp:txBody>
      <dsp:txXfrm>
        <a:off x="557162" y="2325320"/>
        <a:ext cx="7385253" cy="479482"/>
      </dsp:txXfrm>
    </dsp:sp>
    <dsp:sp modelId="{CC8401AF-D998-6448-9C13-B0F9AF3F7DE7}">
      <dsp:nvSpPr>
        <dsp:cNvPr id="0" name=""/>
        <dsp:cNvSpPr/>
      </dsp:nvSpPr>
      <dsp:spPr>
        <a:xfrm>
          <a:off x="0" y="4288741"/>
          <a:ext cx="10624473" cy="1020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4577" tIns="374904" rIns="82457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While the model choice (</a:t>
          </a:r>
          <a:r>
            <a:rPr lang="en-US" sz="1800" kern="1200" dirty="0" err="1"/>
            <a:t>XGBoost</a:t>
          </a:r>
          <a:r>
            <a:rPr lang="en-US" sz="1800" kern="1200" dirty="0"/>
            <a:t>) aligns with prior work, our data preparation and feature handling provide a competitive advantage.</a:t>
          </a:r>
        </a:p>
      </dsp:txBody>
      <dsp:txXfrm>
        <a:off x="0" y="4288741"/>
        <a:ext cx="10624473" cy="1020600"/>
      </dsp:txXfrm>
    </dsp:sp>
    <dsp:sp modelId="{CEBCF85A-00A0-854D-B8AC-1C91F84BEF44}">
      <dsp:nvSpPr>
        <dsp:cNvPr id="0" name=""/>
        <dsp:cNvSpPr/>
      </dsp:nvSpPr>
      <dsp:spPr>
        <a:xfrm>
          <a:off x="531223" y="4023061"/>
          <a:ext cx="7437131" cy="531360"/>
        </a:xfrm>
        <a:prstGeom prst="roundRect">
          <a:avLst/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106" tIns="0" rIns="28110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Takeaway</a:t>
          </a:r>
        </a:p>
      </dsp:txBody>
      <dsp:txXfrm>
        <a:off x="557162" y="4049000"/>
        <a:ext cx="7385253" cy="47948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928A3C-36E6-9D45-8C2E-B6E167DEFDA0}">
      <dsp:nvSpPr>
        <dsp:cNvPr id="0" name=""/>
        <dsp:cNvSpPr/>
      </dsp:nvSpPr>
      <dsp:spPr>
        <a:xfrm>
          <a:off x="0" y="3513286"/>
          <a:ext cx="2628900" cy="1153139"/>
        </a:xfrm>
        <a:prstGeom prst="rect">
          <a:avLst/>
        </a:prstGeom>
        <a:solidFill>
          <a:schemeClr val="tx2">
            <a:lumMod val="90000"/>
            <a:lumOff val="10000"/>
          </a:schemeClr>
        </a:solidFill>
        <a:ln w="19050" cap="flat" cmpd="sng" algn="ctr">
          <a:solidFill>
            <a:schemeClr val="tx2">
              <a:lumMod val="90000"/>
              <a:lumOff val="1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6967" tIns="256032" rIns="186967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Step 3</a:t>
          </a:r>
        </a:p>
      </dsp:txBody>
      <dsp:txXfrm>
        <a:off x="0" y="3513286"/>
        <a:ext cx="2628900" cy="1153139"/>
      </dsp:txXfrm>
    </dsp:sp>
    <dsp:sp modelId="{67C3590A-BD11-7E4D-A9DD-A1BF6AA9320B}">
      <dsp:nvSpPr>
        <dsp:cNvPr id="0" name=""/>
        <dsp:cNvSpPr/>
      </dsp:nvSpPr>
      <dsp:spPr>
        <a:xfrm>
          <a:off x="2628900" y="3513286"/>
          <a:ext cx="7886700" cy="1153139"/>
        </a:xfrm>
        <a:prstGeom prst="rect">
          <a:avLst/>
        </a:prstGeom>
        <a:solidFill>
          <a:srgbClr val="7CB1E1">
            <a:alpha val="89804"/>
          </a:srgb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228600" rIns="159980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Missing Value Treatment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Numerical Features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Categorical Features</a:t>
          </a:r>
        </a:p>
      </dsp:txBody>
      <dsp:txXfrm>
        <a:off x="2628900" y="3513286"/>
        <a:ext cx="7886700" cy="1153139"/>
      </dsp:txXfrm>
    </dsp:sp>
    <dsp:sp modelId="{A8632CA3-78A9-2441-A70A-7E2E6CAB60E4}">
      <dsp:nvSpPr>
        <dsp:cNvPr id="0" name=""/>
        <dsp:cNvSpPr/>
      </dsp:nvSpPr>
      <dsp:spPr>
        <a:xfrm rot="10800000">
          <a:off x="0" y="1757055"/>
          <a:ext cx="2628900" cy="1773528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tx2">
            <a:lumMod val="75000"/>
            <a:lumOff val="25000"/>
          </a:schemeClr>
        </a:solidFill>
        <a:ln w="19050" cap="flat" cmpd="sng" algn="ctr">
          <a:solidFill>
            <a:schemeClr val="tx2">
              <a:lumMod val="75000"/>
              <a:lumOff val="2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6967" tIns="256032" rIns="186967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Step 2</a:t>
          </a:r>
        </a:p>
      </dsp:txBody>
      <dsp:txXfrm rot="-10800000">
        <a:off x="0" y="1757055"/>
        <a:ext cx="2628900" cy="1152793"/>
      </dsp:txXfrm>
    </dsp:sp>
    <dsp:sp modelId="{56D31CF7-C720-0341-B391-E0BCADFB2FC3}">
      <dsp:nvSpPr>
        <dsp:cNvPr id="0" name=""/>
        <dsp:cNvSpPr/>
      </dsp:nvSpPr>
      <dsp:spPr>
        <a:xfrm>
          <a:off x="2628900" y="1757055"/>
          <a:ext cx="7886700" cy="1152793"/>
        </a:xfrm>
        <a:prstGeom prst="rect">
          <a:avLst/>
        </a:prstGeom>
        <a:solidFill>
          <a:schemeClr val="accent5">
            <a:tint val="40000"/>
            <a:alpha val="90000"/>
            <a:hueOff val="-5972333"/>
            <a:satOff val="1333"/>
            <a:lumOff val="20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5972333"/>
              <a:satOff val="1333"/>
              <a:lumOff val="20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228600" rIns="159980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Outlier and Zero Transaction Handling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Remove transactions with </a:t>
          </a:r>
          <a:r>
            <a:rPr lang="en-US" sz="1800" kern="1200" dirty="0" err="1"/>
            <a:t>TransactionAmt</a:t>
          </a:r>
          <a:r>
            <a:rPr lang="en-US" sz="1800" kern="1200" dirty="0"/>
            <a:t> == 0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Flag top 1% of transaction amounts</a:t>
          </a:r>
        </a:p>
      </dsp:txBody>
      <dsp:txXfrm>
        <a:off x="2628900" y="1757055"/>
        <a:ext cx="7886700" cy="1152793"/>
      </dsp:txXfrm>
    </dsp:sp>
    <dsp:sp modelId="{D2636393-C39F-8E40-B0EE-CF8189152D93}">
      <dsp:nvSpPr>
        <dsp:cNvPr id="0" name=""/>
        <dsp:cNvSpPr/>
      </dsp:nvSpPr>
      <dsp:spPr>
        <a:xfrm rot="10800000">
          <a:off x="0" y="824"/>
          <a:ext cx="2628900" cy="1773528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tx2">
              <a:lumMod val="50000"/>
              <a:lumOff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6967" tIns="256032" rIns="186967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Step 1</a:t>
          </a:r>
        </a:p>
      </dsp:txBody>
      <dsp:txXfrm rot="-10800000">
        <a:off x="0" y="824"/>
        <a:ext cx="2628900" cy="1152793"/>
      </dsp:txXfrm>
    </dsp:sp>
    <dsp:sp modelId="{9210B783-0102-574F-8D91-AA3E6883B42A}">
      <dsp:nvSpPr>
        <dsp:cNvPr id="0" name=""/>
        <dsp:cNvSpPr/>
      </dsp:nvSpPr>
      <dsp:spPr>
        <a:xfrm>
          <a:off x="2628900" y="824"/>
          <a:ext cx="7886700" cy="1152793"/>
        </a:xfrm>
        <a:prstGeom prst="rect">
          <a:avLst/>
        </a:prstGeom>
        <a:solidFill>
          <a:srgbClr val="C1ECFF">
            <a:alpha val="90000"/>
          </a:srgb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228600" rIns="159980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Data Integration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Left join </a:t>
          </a:r>
          <a:r>
            <a:rPr lang="en-US" sz="1800" kern="1200" dirty="0" err="1"/>
            <a:t>train_transaction</a:t>
          </a:r>
          <a:r>
            <a:rPr lang="en-US" sz="1800" kern="1200" dirty="0"/>
            <a:t> and </a:t>
          </a:r>
          <a:r>
            <a:rPr lang="en-US" sz="1800" kern="1200" dirty="0" err="1"/>
            <a:t>train_identity</a:t>
          </a:r>
          <a:r>
            <a:rPr lang="en-US" sz="1800" kern="1200" dirty="0"/>
            <a:t> on </a:t>
          </a:r>
          <a:r>
            <a:rPr lang="en-US" sz="1800" kern="1200" dirty="0" err="1"/>
            <a:t>transactionID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Drop columns with greater than 95% missing values</a:t>
          </a:r>
        </a:p>
      </dsp:txBody>
      <dsp:txXfrm>
        <a:off x="2628900" y="824"/>
        <a:ext cx="7886700" cy="115279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A1423E-9529-2240-8035-F188E4CF1475}">
      <dsp:nvSpPr>
        <dsp:cNvPr id="0" name=""/>
        <dsp:cNvSpPr/>
      </dsp:nvSpPr>
      <dsp:spPr>
        <a:xfrm>
          <a:off x="0" y="2745899"/>
          <a:ext cx="2628900" cy="2620515"/>
        </a:xfrm>
        <a:prstGeom prst="rect">
          <a:avLst/>
        </a:prstGeom>
        <a:solidFill>
          <a:schemeClr val="tx2">
            <a:lumMod val="75000"/>
            <a:lumOff val="25000"/>
          </a:schemeClr>
        </a:solidFill>
        <a:ln w="19050" cap="flat" cmpd="sng" algn="ctr">
          <a:solidFill>
            <a:schemeClr val="tx2">
              <a:lumMod val="75000"/>
              <a:lumOff val="2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6967" tIns="248920" rIns="186967" bIns="24892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Step 5: Feature Engineering</a:t>
          </a:r>
        </a:p>
      </dsp:txBody>
      <dsp:txXfrm>
        <a:off x="0" y="2745899"/>
        <a:ext cx="2628900" cy="2620515"/>
      </dsp:txXfrm>
    </dsp:sp>
    <dsp:sp modelId="{B4DCAA9D-4F56-DF42-A424-EE9A75C46C93}">
      <dsp:nvSpPr>
        <dsp:cNvPr id="0" name=""/>
        <dsp:cNvSpPr/>
      </dsp:nvSpPr>
      <dsp:spPr>
        <a:xfrm>
          <a:off x="2628900" y="2745899"/>
          <a:ext cx="7886700" cy="2620515"/>
        </a:xfrm>
        <a:prstGeom prst="rect">
          <a:avLst/>
        </a:prstGeom>
        <a:solidFill>
          <a:schemeClr val="tx2">
            <a:lumMod val="10000"/>
            <a:lumOff val="90000"/>
            <a:alpha val="9000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203200" rIns="159980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Temporal Features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From </a:t>
          </a:r>
          <a:r>
            <a:rPr lang="en-US" sz="1600" kern="1200" dirty="0" err="1"/>
            <a:t>transactionDT</a:t>
          </a:r>
          <a:r>
            <a:rPr lang="en-US" sz="1600" kern="1200" dirty="0"/>
            <a:t>, extract hour, </a:t>
          </a:r>
          <a:r>
            <a:rPr lang="en-US" sz="1600" kern="1200" dirty="0" err="1"/>
            <a:t>day_of_week</a:t>
          </a:r>
          <a:r>
            <a:rPr lang="en-US" sz="1600" kern="1200" dirty="0"/>
            <a:t>, </a:t>
          </a:r>
          <a:r>
            <a:rPr lang="en-US" sz="1600" kern="1200" dirty="0" err="1"/>
            <a:t>day_of_month</a:t>
          </a:r>
          <a:r>
            <a:rPr lang="en-US" sz="1600" kern="1200" dirty="0"/>
            <a:t>, </a:t>
          </a:r>
          <a:r>
            <a:rPr lang="en-US" sz="1600" kern="1200" dirty="0" err="1"/>
            <a:t>week_of_year</a:t>
          </a:r>
          <a:r>
            <a:rPr lang="en-US" sz="1600" kern="1200" dirty="0"/>
            <a:t>. Compute transaction velocity per user: transactions per hour and transactions per day.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User Level Aggregates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For each card1 calculate </a:t>
          </a:r>
          <a:r>
            <a:rPr lang="en-US" sz="1600" kern="1200" dirty="0" err="1"/>
            <a:t>mean_amt</a:t>
          </a:r>
          <a:r>
            <a:rPr lang="en-US" sz="1600" kern="1200" dirty="0"/>
            <a:t>, </a:t>
          </a:r>
          <a:r>
            <a:rPr lang="en-US" sz="1600" kern="1200" dirty="0" err="1"/>
            <a:t>std_amt</a:t>
          </a:r>
          <a:r>
            <a:rPr lang="en-US" sz="1600" kern="1200" dirty="0"/>
            <a:t>, tx_count_7d, amt_std_30d, unique_devices_30d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Transformations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Apply log(</a:t>
          </a:r>
          <a:r>
            <a:rPr lang="en-US" sz="1600" kern="1200" dirty="0" err="1"/>
            <a:t>TransactionAmt</a:t>
          </a:r>
          <a:r>
            <a:rPr lang="en-US" sz="1600" kern="1200" dirty="0"/>
            <a:t> + 1) to reduce skewness</a:t>
          </a:r>
        </a:p>
      </dsp:txBody>
      <dsp:txXfrm>
        <a:off x="2628900" y="2745899"/>
        <a:ext cx="7886700" cy="2620515"/>
      </dsp:txXfrm>
    </dsp:sp>
    <dsp:sp modelId="{D2636393-C39F-8E40-B0EE-CF8189152D93}">
      <dsp:nvSpPr>
        <dsp:cNvPr id="0" name=""/>
        <dsp:cNvSpPr/>
      </dsp:nvSpPr>
      <dsp:spPr>
        <a:xfrm rot="10800000">
          <a:off x="0" y="276594"/>
          <a:ext cx="2628900" cy="247665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tx2">
              <a:lumMod val="50000"/>
              <a:lumOff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6967" tIns="248920" rIns="186967" bIns="24892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Step 4: Encoding</a:t>
          </a:r>
        </a:p>
      </dsp:txBody>
      <dsp:txXfrm rot="-10800000">
        <a:off x="0" y="276594"/>
        <a:ext cx="2628900" cy="1609823"/>
      </dsp:txXfrm>
    </dsp:sp>
    <dsp:sp modelId="{9210B783-0102-574F-8D91-AA3E6883B42A}">
      <dsp:nvSpPr>
        <dsp:cNvPr id="0" name=""/>
        <dsp:cNvSpPr/>
      </dsp:nvSpPr>
      <dsp:spPr>
        <a:xfrm>
          <a:off x="2628900" y="226771"/>
          <a:ext cx="7886700" cy="1682337"/>
        </a:xfrm>
        <a:prstGeom prst="rect">
          <a:avLst/>
        </a:prstGeom>
        <a:solidFill>
          <a:srgbClr val="C1ECFF">
            <a:alpha val="90000"/>
          </a:srgb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228600" rIns="159980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Data Integration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Left join </a:t>
          </a:r>
          <a:r>
            <a:rPr lang="en-US" sz="1800" kern="1200" dirty="0" err="1"/>
            <a:t>train_transaction</a:t>
          </a:r>
          <a:r>
            <a:rPr lang="en-US" sz="1800" kern="1200" dirty="0"/>
            <a:t> and </a:t>
          </a:r>
          <a:r>
            <a:rPr lang="en-US" sz="1800" kern="1200" dirty="0" err="1"/>
            <a:t>train_identity</a:t>
          </a:r>
          <a:r>
            <a:rPr lang="en-US" sz="1800" kern="1200" dirty="0"/>
            <a:t> on </a:t>
          </a:r>
          <a:r>
            <a:rPr lang="en-US" sz="1800" kern="1200" dirty="0" err="1"/>
            <a:t>transactionID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Drop columns with greater than 95% missing values</a:t>
          </a:r>
        </a:p>
      </dsp:txBody>
      <dsp:txXfrm>
        <a:off x="2628900" y="226771"/>
        <a:ext cx="7886700" cy="168233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928A3C-36E6-9D45-8C2E-B6E167DEFDA0}">
      <dsp:nvSpPr>
        <dsp:cNvPr id="0" name=""/>
        <dsp:cNvSpPr/>
      </dsp:nvSpPr>
      <dsp:spPr>
        <a:xfrm>
          <a:off x="0" y="3513286"/>
          <a:ext cx="2628900" cy="1153139"/>
        </a:xfrm>
        <a:prstGeom prst="rect">
          <a:avLst/>
        </a:prstGeom>
        <a:solidFill>
          <a:schemeClr val="tx2">
            <a:lumMod val="90000"/>
            <a:lumOff val="10000"/>
          </a:schemeClr>
        </a:solidFill>
        <a:ln w="19050" cap="flat" cmpd="sng" algn="ctr">
          <a:solidFill>
            <a:schemeClr val="tx2">
              <a:lumMod val="90000"/>
              <a:lumOff val="1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49352" rIns="186967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Step 8: Output and Documentation</a:t>
          </a:r>
        </a:p>
      </dsp:txBody>
      <dsp:txXfrm>
        <a:off x="0" y="3513286"/>
        <a:ext cx="2628900" cy="1153139"/>
      </dsp:txXfrm>
    </dsp:sp>
    <dsp:sp modelId="{67C3590A-BD11-7E4D-A9DD-A1BF6AA9320B}">
      <dsp:nvSpPr>
        <dsp:cNvPr id="0" name=""/>
        <dsp:cNvSpPr/>
      </dsp:nvSpPr>
      <dsp:spPr>
        <a:xfrm>
          <a:off x="2628900" y="3513286"/>
          <a:ext cx="7886700" cy="1153139"/>
        </a:xfrm>
        <a:prstGeom prst="rect">
          <a:avLst/>
        </a:prstGeom>
        <a:solidFill>
          <a:srgbClr val="7CB1E1">
            <a:alpha val="89804"/>
          </a:srgb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228600" rIns="159980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Export cleaned dataset</a:t>
          </a:r>
          <a:endParaRPr lang="en-US" sz="1800" b="1" kern="1200" dirty="0"/>
        </a:p>
      </dsp:txBody>
      <dsp:txXfrm>
        <a:off x="2628900" y="3513286"/>
        <a:ext cx="7886700" cy="1153139"/>
      </dsp:txXfrm>
    </dsp:sp>
    <dsp:sp modelId="{A8632CA3-78A9-2441-A70A-7E2E6CAB60E4}">
      <dsp:nvSpPr>
        <dsp:cNvPr id="0" name=""/>
        <dsp:cNvSpPr/>
      </dsp:nvSpPr>
      <dsp:spPr>
        <a:xfrm rot="10800000">
          <a:off x="0" y="1757055"/>
          <a:ext cx="2628900" cy="1773528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tx2">
            <a:lumMod val="75000"/>
            <a:lumOff val="25000"/>
          </a:schemeClr>
        </a:solidFill>
        <a:ln w="19050" cap="flat" cmpd="sng" algn="ctr">
          <a:solidFill>
            <a:schemeClr val="tx2">
              <a:lumMod val="75000"/>
              <a:lumOff val="2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49352" rIns="186967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Step 7: Handling Class Imbalance</a:t>
          </a:r>
        </a:p>
      </dsp:txBody>
      <dsp:txXfrm rot="-10800000">
        <a:off x="0" y="1757055"/>
        <a:ext cx="2628900" cy="1152793"/>
      </dsp:txXfrm>
    </dsp:sp>
    <dsp:sp modelId="{56D31CF7-C720-0341-B391-E0BCADFB2FC3}">
      <dsp:nvSpPr>
        <dsp:cNvPr id="0" name=""/>
        <dsp:cNvSpPr/>
      </dsp:nvSpPr>
      <dsp:spPr>
        <a:xfrm>
          <a:off x="2628900" y="1757055"/>
          <a:ext cx="7886700" cy="1152793"/>
        </a:xfrm>
        <a:prstGeom prst="rect">
          <a:avLst/>
        </a:prstGeom>
        <a:solidFill>
          <a:schemeClr val="accent5">
            <a:tint val="40000"/>
            <a:alpha val="90000"/>
            <a:hueOff val="-5972333"/>
            <a:satOff val="1333"/>
            <a:lumOff val="20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5972333"/>
              <a:satOff val="1333"/>
              <a:lumOff val="20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228600" rIns="159980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Class imbalance was handled directly in </a:t>
          </a:r>
          <a:r>
            <a:rPr lang="en-US" sz="1800" kern="1200" dirty="0" err="1"/>
            <a:t>XGBoost</a:t>
          </a:r>
          <a:r>
            <a:rPr lang="en-US" sz="1800" kern="1200" dirty="0"/>
            <a:t> using </a:t>
          </a:r>
          <a:r>
            <a:rPr lang="en-US" sz="1800" kern="1200" dirty="0" err="1"/>
            <a:t>scale_pos_weight</a:t>
          </a:r>
          <a:endParaRPr lang="en-US" sz="1800" b="1" kern="1200" dirty="0"/>
        </a:p>
      </dsp:txBody>
      <dsp:txXfrm>
        <a:off x="2628900" y="1757055"/>
        <a:ext cx="7886700" cy="1152793"/>
      </dsp:txXfrm>
    </dsp:sp>
    <dsp:sp modelId="{D2636393-C39F-8E40-B0EE-CF8189152D93}">
      <dsp:nvSpPr>
        <dsp:cNvPr id="0" name=""/>
        <dsp:cNvSpPr/>
      </dsp:nvSpPr>
      <dsp:spPr>
        <a:xfrm rot="10800000">
          <a:off x="0" y="824"/>
          <a:ext cx="2628900" cy="1773528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tx2">
              <a:lumMod val="50000"/>
              <a:lumOff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49352" rIns="186967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Step 6: Feature Selection </a:t>
          </a:r>
        </a:p>
      </dsp:txBody>
      <dsp:txXfrm rot="-10800000">
        <a:off x="0" y="824"/>
        <a:ext cx="2628900" cy="1152793"/>
      </dsp:txXfrm>
    </dsp:sp>
    <dsp:sp modelId="{9210B783-0102-574F-8D91-AA3E6883B42A}">
      <dsp:nvSpPr>
        <dsp:cNvPr id="0" name=""/>
        <dsp:cNvSpPr/>
      </dsp:nvSpPr>
      <dsp:spPr>
        <a:xfrm>
          <a:off x="2628900" y="824"/>
          <a:ext cx="7886700" cy="1152793"/>
        </a:xfrm>
        <a:prstGeom prst="rect">
          <a:avLst/>
        </a:prstGeom>
        <a:solidFill>
          <a:srgbClr val="C1ECFF">
            <a:alpha val="90000"/>
          </a:srgb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228600" rIns="159980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Drop one variable in any pair with Pearson correlation &gt; 0.9</a:t>
          </a:r>
        </a:p>
      </dsp:txBody>
      <dsp:txXfrm>
        <a:off x="2628900" y="824"/>
        <a:ext cx="7886700" cy="115279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8DC13A-D917-F648-AC25-C9DF8D94E2AA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9EF619-4A10-3B4A-B7AA-D7B2EC84AE1E}">
      <dsp:nvSpPr>
        <dsp:cNvPr id="0" name=""/>
        <dsp:cNvSpPr/>
      </dsp:nvSpPr>
      <dsp:spPr>
        <a:xfrm>
          <a:off x="0" y="2124"/>
          <a:ext cx="210312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Model Improvements</a:t>
          </a:r>
        </a:p>
      </dsp:txBody>
      <dsp:txXfrm>
        <a:off x="0" y="2124"/>
        <a:ext cx="2103120" cy="1449029"/>
      </dsp:txXfrm>
    </dsp:sp>
    <dsp:sp modelId="{8C13A3CA-4B45-D440-B0EB-3BC3CFED6B51}">
      <dsp:nvSpPr>
        <dsp:cNvPr id="0" name=""/>
        <dsp:cNvSpPr/>
      </dsp:nvSpPr>
      <dsp:spPr>
        <a:xfrm>
          <a:off x="2260854" y="35803"/>
          <a:ext cx="8254746" cy="673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Expand feature selection to reduce noise and improve interpretability</a:t>
          </a:r>
        </a:p>
      </dsp:txBody>
      <dsp:txXfrm>
        <a:off x="2260854" y="35803"/>
        <a:ext cx="8254746" cy="673572"/>
      </dsp:txXfrm>
    </dsp:sp>
    <dsp:sp modelId="{48B29B49-E0D2-1745-9B87-89229EF48F46}">
      <dsp:nvSpPr>
        <dsp:cNvPr id="0" name=""/>
        <dsp:cNvSpPr/>
      </dsp:nvSpPr>
      <dsp:spPr>
        <a:xfrm>
          <a:off x="2103120" y="709375"/>
          <a:ext cx="841248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C38007-8C12-8A44-BBB3-66C0C26C5C58}">
      <dsp:nvSpPr>
        <dsp:cNvPr id="0" name=""/>
        <dsp:cNvSpPr/>
      </dsp:nvSpPr>
      <dsp:spPr>
        <a:xfrm>
          <a:off x="2260854" y="743054"/>
          <a:ext cx="8254746" cy="673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Test alternative models (e.g., LightGBM) for benchmarking</a:t>
          </a:r>
        </a:p>
      </dsp:txBody>
      <dsp:txXfrm>
        <a:off x="2260854" y="743054"/>
        <a:ext cx="8254746" cy="673572"/>
      </dsp:txXfrm>
    </dsp:sp>
    <dsp:sp modelId="{42D02AB2-947C-C04C-AB9B-FC452D37A6D9}">
      <dsp:nvSpPr>
        <dsp:cNvPr id="0" name=""/>
        <dsp:cNvSpPr/>
      </dsp:nvSpPr>
      <dsp:spPr>
        <a:xfrm>
          <a:off x="2103120" y="1416626"/>
          <a:ext cx="841248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3AEB99-568A-0E49-A712-FCF0382E0843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FEFAC6-F61C-0846-8DC8-35CCE684586A}">
      <dsp:nvSpPr>
        <dsp:cNvPr id="0" name=""/>
        <dsp:cNvSpPr/>
      </dsp:nvSpPr>
      <dsp:spPr>
        <a:xfrm>
          <a:off x="0" y="1451154"/>
          <a:ext cx="210312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Data Enhancements</a:t>
          </a:r>
        </a:p>
      </dsp:txBody>
      <dsp:txXfrm>
        <a:off x="0" y="1451154"/>
        <a:ext cx="2103120" cy="1449029"/>
      </dsp:txXfrm>
    </dsp:sp>
    <dsp:sp modelId="{FCABE94A-5C56-E047-B450-D920A7BE48ED}">
      <dsp:nvSpPr>
        <dsp:cNvPr id="0" name=""/>
        <dsp:cNvSpPr/>
      </dsp:nvSpPr>
      <dsp:spPr>
        <a:xfrm>
          <a:off x="2260854" y="1473795"/>
          <a:ext cx="8254746" cy="4528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Incorporate additional behavioral or temporal features</a:t>
          </a:r>
        </a:p>
      </dsp:txBody>
      <dsp:txXfrm>
        <a:off x="2260854" y="1473795"/>
        <a:ext cx="8254746" cy="452821"/>
      </dsp:txXfrm>
    </dsp:sp>
    <dsp:sp modelId="{E0C76A2A-5B59-324B-8DC6-C87C4CE69B88}">
      <dsp:nvSpPr>
        <dsp:cNvPr id="0" name=""/>
        <dsp:cNvSpPr/>
      </dsp:nvSpPr>
      <dsp:spPr>
        <a:xfrm>
          <a:off x="2103120" y="1926617"/>
          <a:ext cx="841248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E408EA-A2EF-CB40-9E45-7B3C2D340F41}">
      <dsp:nvSpPr>
        <dsp:cNvPr id="0" name=""/>
        <dsp:cNvSpPr/>
      </dsp:nvSpPr>
      <dsp:spPr>
        <a:xfrm>
          <a:off x="2260854" y="1949258"/>
          <a:ext cx="8254746" cy="4528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Gather more labeled fraud cases to reduce imbalance</a:t>
          </a:r>
        </a:p>
      </dsp:txBody>
      <dsp:txXfrm>
        <a:off x="2260854" y="1949258"/>
        <a:ext cx="8254746" cy="452821"/>
      </dsp:txXfrm>
    </dsp:sp>
    <dsp:sp modelId="{FA1A34FA-881B-D342-AEF8-6D9FCCFD2BFA}">
      <dsp:nvSpPr>
        <dsp:cNvPr id="0" name=""/>
        <dsp:cNvSpPr/>
      </dsp:nvSpPr>
      <dsp:spPr>
        <a:xfrm>
          <a:off x="2103120" y="2402080"/>
          <a:ext cx="841248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CF016B-AA5B-5641-BE2E-4153BCAF7077}">
      <dsp:nvSpPr>
        <dsp:cNvPr id="0" name=""/>
        <dsp:cNvSpPr/>
      </dsp:nvSpPr>
      <dsp:spPr>
        <a:xfrm>
          <a:off x="2260854" y="2424721"/>
          <a:ext cx="8254746" cy="4528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Improve feature documentation to reduce ambiguity in randomized fields</a:t>
          </a:r>
        </a:p>
      </dsp:txBody>
      <dsp:txXfrm>
        <a:off x="2260854" y="2424721"/>
        <a:ext cx="8254746" cy="452821"/>
      </dsp:txXfrm>
    </dsp:sp>
    <dsp:sp modelId="{C5006D63-A1DC-7142-BBB8-22F4EB76480E}">
      <dsp:nvSpPr>
        <dsp:cNvPr id="0" name=""/>
        <dsp:cNvSpPr/>
      </dsp:nvSpPr>
      <dsp:spPr>
        <a:xfrm>
          <a:off x="2103120" y="2877543"/>
          <a:ext cx="841248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BDA715-9EC1-1548-8F57-3D97610C4A91}">
      <dsp:nvSpPr>
        <dsp:cNvPr id="0" name=""/>
        <dsp:cNvSpPr/>
      </dsp:nvSpPr>
      <dsp:spPr>
        <a:xfrm>
          <a:off x="0" y="2900184"/>
          <a:ext cx="105156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54DF80-78A3-7449-B273-A088070D29D5}">
      <dsp:nvSpPr>
        <dsp:cNvPr id="0" name=""/>
        <dsp:cNvSpPr/>
      </dsp:nvSpPr>
      <dsp:spPr>
        <a:xfrm>
          <a:off x="0" y="2900184"/>
          <a:ext cx="210312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Deployment Considerations</a:t>
          </a:r>
        </a:p>
      </dsp:txBody>
      <dsp:txXfrm>
        <a:off x="0" y="2900184"/>
        <a:ext cx="2103120" cy="1449029"/>
      </dsp:txXfrm>
    </dsp:sp>
    <dsp:sp modelId="{6A41247D-57F7-A14E-8374-6B785762CC67}">
      <dsp:nvSpPr>
        <dsp:cNvPr id="0" name=""/>
        <dsp:cNvSpPr/>
      </dsp:nvSpPr>
      <dsp:spPr>
        <a:xfrm>
          <a:off x="2260854" y="2933863"/>
          <a:ext cx="8254746" cy="673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Set up a feedback loop with bank employees to capture new fraud patterns</a:t>
          </a:r>
        </a:p>
      </dsp:txBody>
      <dsp:txXfrm>
        <a:off x="2260854" y="2933863"/>
        <a:ext cx="8254746" cy="673572"/>
      </dsp:txXfrm>
    </dsp:sp>
    <dsp:sp modelId="{6BF7EB39-6051-2043-AE03-B7BC87E7AF64}">
      <dsp:nvSpPr>
        <dsp:cNvPr id="0" name=""/>
        <dsp:cNvSpPr/>
      </dsp:nvSpPr>
      <dsp:spPr>
        <a:xfrm>
          <a:off x="2103120" y="3607435"/>
          <a:ext cx="841248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639389-F3D8-C942-AE0A-C24A774C1DCD}">
      <dsp:nvSpPr>
        <dsp:cNvPr id="0" name=""/>
        <dsp:cNvSpPr/>
      </dsp:nvSpPr>
      <dsp:spPr>
        <a:xfrm>
          <a:off x="2260854" y="3641114"/>
          <a:ext cx="8254746" cy="673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Evaluate model performance in a live environment before full rollout</a:t>
          </a:r>
        </a:p>
      </dsp:txBody>
      <dsp:txXfrm>
        <a:off x="2260854" y="3641114"/>
        <a:ext cx="8254746" cy="673572"/>
      </dsp:txXfrm>
    </dsp:sp>
    <dsp:sp modelId="{EC1BB79C-B0B0-7B48-9261-6BC449ADD953}">
      <dsp:nvSpPr>
        <dsp:cNvPr id="0" name=""/>
        <dsp:cNvSpPr/>
      </dsp:nvSpPr>
      <dsp:spPr>
        <a:xfrm>
          <a:off x="2103120" y="4314686"/>
          <a:ext cx="841248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3C8423-F171-494F-9210-F6EB39AE7A27}">
      <dsp:nvSpPr>
        <dsp:cNvPr id="0" name=""/>
        <dsp:cNvSpPr/>
      </dsp:nvSpPr>
      <dsp:spPr>
        <a:xfrm>
          <a:off x="0" y="536600"/>
          <a:ext cx="9356107" cy="1795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138" tIns="416560" rIns="726138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Built a high-performing fraud detection model with near-perfect accuracy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Achieved zero false positives and 99.97% fraud detection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Significantly reduces alert volume and improves operational efficiency</a:t>
          </a:r>
        </a:p>
      </dsp:txBody>
      <dsp:txXfrm>
        <a:off x="0" y="536600"/>
        <a:ext cx="9356107" cy="1795500"/>
      </dsp:txXfrm>
    </dsp:sp>
    <dsp:sp modelId="{FAC04294-FBCA-8745-87D9-15800BD4E215}">
      <dsp:nvSpPr>
        <dsp:cNvPr id="0" name=""/>
        <dsp:cNvSpPr/>
      </dsp:nvSpPr>
      <dsp:spPr>
        <a:xfrm>
          <a:off x="467805" y="241400"/>
          <a:ext cx="6549274" cy="590399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547" tIns="0" rIns="24754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Key Takeaways</a:t>
          </a:r>
        </a:p>
      </dsp:txBody>
      <dsp:txXfrm>
        <a:off x="496626" y="270221"/>
        <a:ext cx="6491632" cy="532757"/>
      </dsp:txXfrm>
    </dsp:sp>
    <dsp:sp modelId="{F3EC4FBC-4807-3440-8F89-CD9CF2719EC3}">
      <dsp:nvSpPr>
        <dsp:cNvPr id="0" name=""/>
        <dsp:cNvSpPr/>
      </dsp:nvSpPr>
      <dsp:spPr>
        <a:xfrm>
          <a:off x="0" y="2735300"/>
          <a:ext cx="9356107" cy="1417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545598"/>
              <a:satOff val="-56892"/>
              <a:lumOff val="382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138" tIns="416560" rIns="726138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Our model demonstrates that with the right preprocessing pipeline and algorithm choice, accurate, low-friction fraud detection is achievable and ready for deployment.</a:t>
          </a:r>
        </a:p>
      </dsp:txBody>
      <dsp:txXfrm>
        <a:off x="0" y="2735300"/>
        <a:ext cx="9356107" cy="1417500"/>
      </dsp:txXfrm>
    </dsp:sp>
    <dsp:sp modelId="{E4BD355B-298C-C743-8A84-45AEFA5071A0}">
      <dsp:nvSpPr>
        <dsp:cNvPr id="0" name=""/>
        <dsp:cNvSpPr/>
      </dsp:nvSpPr>
      <dsp:spPr>
        <a:xfrm>
          <a:off x="467805" y="2440100"/>
          <a:ext cx="6549274" cy="590399"/>
        </a:xfrm>
        <a:prstGeom prst="roundRect">
          <a:avLst/>
        </a:prstGeom>
        <a:solidFill>
          <a:schemeClr val="accent1">
            <a:shade val="80000"/>
            <a:hueOff val="545598"/>
            <a:satOff val="-56892"/>
            <a:lumOff val="3822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547" tIns="0" rIns="24754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Final Note</a:t>
          </a:r>
        </a:p>
      </dsp:txBody>
      <dsp:txXfrm>
        <a:off x="496626" y="2468921"/>
        <a:ext cx="6491632" cy="5327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D8769-E71C-29CF-9AC7-418AE5C02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7B739-A9FC-14B8-A107-67F448A625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0946E-9379-E793-961C-25C003338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705D-EDEF-42AE-987B-7C22CEBCAE4D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E5CB2-6052-0FCC-6F3D-9DE32A051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1BA80-44F6-FCD2-1E03-D996A974C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5A40-C4BA-413B-AB7E-4C9301668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34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646EA-FF2F-6455-5074-9691C205E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3B113-117F-A544-68F4-D752A83DB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2BBBC-D8CE-BD97-A1FC-B71691423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705D-EDEF-42AE-987B-7C22CEBCAE4D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47969-8C23-E2B2-436E-721CE079C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EFB93-2536-BD97-D525-F1A993DBD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5A40-C4BA-413B-AB7E-4C9301668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98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9ED79-DBEF-6A08-AF6B-F09E0ED8C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C5001-7957-D3BD-FC5A-8E7596DCD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FB21E-5245-6D8C-21F4-2B7942D63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705D-EDEF-42AE-987B-7C22CEBCAE4D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A6096-E3C4-1E3E-D632-F71C92A34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B4B22-8F25-26DE-1AFD-C9092B0D9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5A40-C4BA-413B-AB7E-4C9301668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135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C7859-23B9-A6C9-0E38-280DEDAF0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5D0F3-72AF-6FA6-35A2-96CD9C7DE7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94E338-0DD9-5BD9-9928-981D39FD9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B6641-3FE7-51FE-89BF-F51D49559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705D-EDEF-42AE-987B-7C22CEBCAE4D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D45C6D-AD60-D7D5-0297-0EC5C9D44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A4EC5-B57B-1A0D-1CD1-CE3AABBF3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5A40-C4BA-413B-AB7E-4C9301668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3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47797-178D-5F29-DB5D-30C90834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B7E84-7893-A987-B8A2-46629F0A8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6A255-6204-64A3-FF42-E644335F9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BD91BA-86C9-BEC7-A72C-5A9E0C1AC9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F912EF-31CD-3E37-1405-9936E66FA1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BDC21E-65F6-4F1C-4AF1-252F37912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705D-EDEF-42AE-987B-7C22CEBCAE4D}" type="datetimeFigureOut">
              <a:rPr lang="en-US" smtClean="0"/>
              <a:t>12/5/25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FE3B2-5F77-05FF-8D46-A84779144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2AB300-7645-C8B5-C1AF-9B9E07C31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5A40-C4BA-413B-AB7E-4C9301668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49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6168E-515C-C9AB-27AE-4B53C80B5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24E786-B2F0-6FA2-E689-FBAACB368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705D-EDEF-42AE-987B-7C22CEBCAE4D}" type="datetimeFigureOut">
              <a:rPr lang="en-US" smtClean="0"/>
              <a:t>12/5/25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38487B-8515-F4C6-52CE-74B234B4F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97D79C-18AE-732F-F6CE-934326D14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5A40-C4BA-413B-AB7E-4C9301668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859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65AC62-E651-3382-DA5E-1AB92A12D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705D-EDEF-42AE-987B-7C22CEBCAE4D}" type="datetimeFigureOut">
              <a:rPr lang="en-US" smtClean="0"/>
              <a:t>12/5/25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90B58D-4E59-312D-2324-015CEB091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33F0E-CD06-AF7B-664B-BDC4364CE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5A40-C4BA-413B-AB7E-4C9301668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88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DF15B-1454-B79F-E0C2-8E6D0C40C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CBB8F-2E93-00E1-A267-E4CB47202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90589-BD7B-4B34-7D03-1974375B5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8231C4-4CD0-B2BB-8CB1-0BBD432EE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705D-EDEF-42AE-987B-7C22CEBCAE4D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B55289-9056-876F-9CCA-CD84556C6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9A5B5-D4B2-604E-A614-8C6EF8171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5A40-C4BA-413B-AB7E-4C9301668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274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73B5-CE3C-D3CF-67B6-FBE47D59F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AFF76D-1AC9-9C6F-A1F4-C73A7A4D4E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C40FB-5EC6-F847-7118-94C649408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ADFD2-72A8-5618-6DBA-BB13D2A59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705D-EDEF-42AE-987B-7C22CEBCAE4D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EF1A88-040B-1536-67B7-54C27BC59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054070-2A01-3FA7-EE57-165C6221F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5A40-C4BA-413B-AB7E-4C9301668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296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99989-6B84-0EC3-E711-376E53950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2BDDA1-2053-764A-3982-DED8F17FCF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E6F01-2590-91A8-B6AA-A6F7D7132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705D-EDEF-42AE-987B-7C22CEBCAE4D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D715E-0AED-F186-E9AC-85BBCE571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47CAD-B115-5B1D-3EB3-4C0B55D10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5A40-C4BA-413B-AB7E-4C9301668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AFFD6F-078D-39CE-B238-0D5BE89ADE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7212ED-41BE-5396-1955-17DBEED36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D68BD-59E2-6327-2924-1A194E96A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705D-EDEF-42AE-987B-7C22CEBCAE4D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13B50-6CAE-9984-DCB1-1B321A550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D557A-D899-EA1C-ACF7-CFB120A95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55A40-C4BA-413B-AB7E-4C9301668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416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8D026B-DE93-283D-3BD7-BB7ADE97A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15897-ED3C-1E59-F7B8-0E3C82F6D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91DB8-B888-B68F-D99D-DB510A256C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B6705D-EDEF-42AE-987B-7C22CEBCAE4D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22849-BAAF-26F8-8DF9-B690E76CB0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DBD99-1651-5D7B-F793-A5B3CC94B9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E55A40-C4BA-413B-AB7E-4C9301668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888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0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-up of credit cards and a lock&#10;&#10;AI-generated content may be incorrect.">
            <a:extLst>
              <a:ext uri="{FF2B5EF4-FFF2-40B4-BE49-F238E27FC236}">
                <a16:creationId xmlns:a16="http://schemas.microsoft.com/office/drawing/2014/main" id="{5D129E30-8582-3990-CB5A-00F71996C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8" r="24910" b="-1"/>
          <a:stretch>
            <a:fillRect/>
          </a:stretch>
        </p:blipFill>
        <p:spPr>
          <a:xfrm>
            <a:off x="2522357" y="10"/>
            <a:ext cx="9669643" cy="685799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17C680-62CC-5085-8886-4D6FE47E35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229" y="743447"/>
            <a:ext cx="397338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/>
              <a:t>Credit Card Fraud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07DC3-6899-B2F5-1C68-A86230D597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229" y="4629235"/>
            <a:ext cx="3973387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n-US"/>
              <a:t>EAS 345</a:t>
            </a:r>
          </a:p>
        </p:txBody>
      </p:sp>
    </p:spTree>
    <p:extLst>
      <p:ext uri="{BB962C8B-B14F-4D97-AF65-F5344CB8AC3E}">
        <p14:creationId xmlns:p14="http://schemas.microsoft.com/office/powerpoint/2010/main" val="914923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A7895A40-19A4-42D6-9D30-DBC1E8002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6" y="1040471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5" y="857787"/>
            <a:ext cx="11067024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8558416-D3E2-52F3-9DFC-6FBBC3B48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689" y="3071184"/>
            <a:ext cx="9910296" cy="259002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8000" dirty="0"/>
              <a:t>Addressing the Project Sponsor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939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" y="1216598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1" y="613955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3DABB4-45CC-E486-F939-941705FB3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9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Motivation and Business Need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DD95B-EF0D-48DD-0308-E40EDD683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30" y="3017521"/>
            <a:ext cx="9941319" cy="3124659"/>
          </a:xfrm>
        </p:spPr>
        <p:txBody>
          <a:bodyPr anchor="ctr">
            <a:normAutofit/>
          </a:bodyPr>
          <a:lstStyle/>
          <a:p>
            <a:r>
              <a:rPr lang="en-US" sz="2200" b="1"/>
              <a:t>Business Need: </a:t>
            </a:r>
            <a:r>
              <a:rPr lang="en-US" sz="2200"/>
              <a:t>Financial organizations need to reduce financial losses while minimizing disruption to legitimate customers</a:t>
            </a:r>
          </a:p>
          <a:p>
            <a:r>
              <a:rPr lang="en-US" sz="2200" b="1"/>
              <a:t>Key Pain Point: </a:t>
            </a:r>
            <a:r>
              <a:rPr lang="en-US" sz="2200"/>
              <a:t>Fraud detection systems were producing a high false positive rate, resulting in unnecessary manual reviews and customer friction</a:t>
            </a:r>
          </a:p>
          <a:p>
            <a:r>
              <a:rPr lang="en-US" sz="2200" b="1"/>
              <a:t>Motivation: </a:t>
            </a:r>
            <a:r>
              <a:rPr lang="en-US" sz="2200"/>
              <a:t>Improve the accuracy of fraud detection so that fewer legitimate transactions are flagged while still catching fraudulent activity earlier</a:t>
            </a:r>
          </a:p>
          <a:p>
            <a:r>
              <a:rPr lang="en-US" sz="2200" b="1"/>
              <a:t>Project Sponsor</a:t>
            </a:r>
            <a:r>
              <a:rPr lang="en-US" sz="2200"/>
              <a:t>: Dr. Sabato, Intro to Data Science professor, overseeing the initiative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775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" y="1216598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1" y="613955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FB6845-D11C-4C8B-9A5B-F51F49CA8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9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Project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FE537-AD36-2CB2-D200-3F1250C18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30" y="3017521"/>
            <a:ext cx="9941319" cy="3124659"/>
          </a:xfrm>
        </p:spPr>
        <p:txBody>
          <a:bodyPr anchor="ctr">
            <a:normAutofit/>
          </a:bodyPr>
          <a:lstStyle/>
          <a:p>
            <a:r>
              <a:rPr lang="en-US" sz="2200" dirty="0"/>
              <a:t>The overall goal of the project was to build a machine learning model that accurately predicts </a:t>
            </a:r>
            <a:r>
              <a:rPr lang="en-US" sz="2200" b="1" i="1" dirty="0"/>
              <a:t>fraud</a:t>
            </a:r>
            <a:r>
              <a:rPr lang="en-US" sz="2200" dirty="0"/>
              <a:t> to reduce false positives and financial loss</a:t>
            </a:r>
          </a:p>
          <a:p>
            <a:r>
              <a:rPr lang="en-US" sz="2200" dirty="0"/>
              <a:t>Target Improvements:</a:t>
            </a:r>
          </a:p>
          <a:p>
            <a:pPr lvl="1"/>
            <a:r>
              <a:rPr lang="en-US" sz="2200" b="1" dirty="0"/>
              <a:t>Recall &gt; 85% </a:t>
            </a:r>
            <a:r>
              <a:rPr lang="en-US" sz="2200" dirty="0"/>
              <a:t>(catch more actual fraud)</a:t>
            </a:r>
          </a:p>
          <a:p>
            <a:pPr lvl="1"/>
            <a:r>
              <a:rPr lang="en-US" sz="2200" b="1" dirty="0"/>
              <a:t>Precision &gt; 90% </a:t>
            </a:r>
            <a:r>
              <a:rPr lang="en-US" sz="2200" dirty="0"/>
              <a:t>(minimize false positives and reduce manual review load)</a:t>
            </a:r>
          </a:p>
          <a:p>
            <a:r>
              <a:rPr lang="en-US" sz="2200" dirty="0"/>
              <a:t>These accuracy goals directly support the </a:t>
            </a:r>
            <a:r>
              <a:rPr lang="en-US" sz="2200" b="1" dirty="0"/>
              <a:t>sponsor’s priority</a:t>
            </a:r>
            <a:r>
              <a:rPr lang="en-US" sz="2200" dirty="0"/>
              <a:t>: Fewer false alarms leads to fewer interruptions to legitimate customers, leading to lower operational costs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853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C22FC5-20CD-1789-134F-45C59BB10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/>
              <a:t>Key Results</a:t>
            </a:r>
          </a:p>
        </p:txBody>
      </p: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4936E360-136C-7028-4FFC-F47C8353C4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6901654"/>
              </p:ext>
            </p:extLst>
          </p:nvPr>
        </p:nvGraphicFramePr>
        <p:xfrm>
          <a:off x="635624" y="1866426"/>
          <a:ext cx="10917702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0093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7043D4-B7C8-82A2-BA6D-A71B51590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106" y="356813"/>
            <a:ext cx="9842237" cy="1325563"/>
          </a:xfrm>
        </p:spPr>
        <p:txBody>
          <a:bodyPr>
            <a:normAutofit/>
          </a:bodyPr>
          <a:lstStyle/>
          <a:p>
            <a:r>
              <a:rPr lang="en-US" sz="5600" dirty="0"/>
              <a:t>Project Workflow Overview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1" y="356813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3" y="591830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1" y="821124"/>
            <a:ext cx="91139" cy="91139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1" y="1336268"/>
            <a:ext cx="127715" cy="127715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38" name="Content Placeholder 2">
            <a:extLst>
              <a:ext uri="{FF2B5EF4-FFF2-40B4-BE49-F238E27FC236}">
                <a16:creationId xmlns:a16="http://schemas.microsoft.com/office/drawing/2014/main" id="{89093EA5-B69F-F381-7DD6-B58CC4B947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0651170"/>
              </p:ext>
            </p:extLst>
          </p:nvPr>
        </p:nvGraphicFramePr>
        <p:xfrm>
          <a:off x="1089991" y="1517661"/>
          <a:ext cx="10515600" cy="43513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0806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Slide Background">
            <a:extLst>
              <a:ext uri="{FF2B5EF4-FFF2-40B4-BE49-F238E27FC236}">
                <a16:creationId xmlns:a16="http://schemas.microsoft.com/office/drawing/2014/main" id="{B65C0385-5E30-4D2E-AF9F-4639659D3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E335820B-3A29-42C5-AA8D-10ECA43CD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9" cy="1729117"/>
          </a:xfrm>
          <a:prstGeom prst="rect">
            <a:avLst/>
          </a:prstGeom>
          <a:ln>
            <a:noFill/>
          </a:ln>
          <a:effectLst>
            <a:outerShdw blurRad="368300" dist="101600" dir="546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35395F-8D8F-23C1-D7B1-D417A373D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352767"/>
            <a:ext cx="10591999" cy="1023584"/>
          </a:xfrm>
        </p:spPr>
        <p:txBody>
          <a:bodyPr>
            <a:normAutofit/>
          </a:bodyPr>
          <a:lstStyle/>
          <a:p>
            <a:r>
              <a:rPr lang="en-US" sz="4000"/>
              <a:t>Business Impact</a:t>
            </a:r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B07B88E4-19B6-B648-786F-6638415809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1684788"/>
              </p:ext>
            </p:extLst>
          </p:nvPr>
        </p:nvGraphicFramePr>
        <p:xfrm>
          <a:off x="5432612" y="2258409"/>
          <a:ext cx="6464411" cy="4070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 descr="A purple and pink circle with numbers and a number&#10;&#10;AI-generated content may be incorrect.">
            <a:extLst>
              <a:ext uri="{FF2B5EF4-FFF2-40B4-BE49-F238E27FC236}">
                <a16:creationId xmlns:a16="http://schemas.microsoft.com/office/drawing/2014/main" id="{0B9E6A46-A4C3-058F-2C84-E6AC30A1D2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5" t="23382" r="-725" b="30435"/>
          <a:stretch>
            <a:fillRect/>
          </a:stretch>
        </p:blipFill>
        <p:spPr>
          <a:xfrm>
            <a:off x="0" y="2258407"/>
            <a:ext cx="5323166" cy="374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414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erson typing on a keyboard&#10;&#10;AI-generated content may be incorrect.">
            <a:extLst>
              <a:ext uri="{FF2B5EF4-FFF2-40B4-BE49-F238E27FC236}">
                <a16:creationId xmlns:a16="http://schemas.microsoft.com/office/drawing/2014/main" id="{4BC1B790-9CFF-D821-FA26-CFA212994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82" b="-1"/>
          <a:stretch>
            <a:fillRect/>
          </a:stretch>
        </p:blipFill>
        <p:spPr>
          <a:xfrm>
            <a:off x="3695129" y="10"/>
            <a:ext cx="9462051" cy="6857991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24DC57-A2D6-B68B-B13A-582D9952F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72" y="354367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dirty="0"/>
              <a:t>Model Effectiveness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D4509-891A-A252-C8F6-492FF7BFA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572" y="2367941"/>
            <a:ext cx="4030899" cy="4218391"/>
          </a:xfrm>
        </p:spPr>
        <p:txBody>
          <a:bodyPr>
            <a:normAutofit/>
          </a:bodyPr>
          <a:lstStyle/>
          <a:p>
            <a:r>
              <a:rPr lang="en-US" sz="1800" dirty="0"/>
              <a:t>The model caught </a:t>
            </a:r>
            <a:r>
              <a:rPr lang="en-US" sz="1800" b="1" dirty="0"/>
              <a:t>99.7% of all fraud cases</a:t>
            </a:r>
            <a:r>
              <a:rPr lang="en-US" sz="1800" dirty="0"/>
              <a:t>, demonstrating highly reliable detection</a:t>
            </a:r>
          </a:p>
          <a:p>
            <a:r>
              <a:rPr lang="en-US" sz="1800" dirty="0"/>
              <a:t>Legitimate transactions are not incorrectly flagged, ensuring smooth customer experience</a:t>
            </a:r>
          </a:p>
          <a:p>
            <a:r>
              <a:rPr lang="en-US" sz="1800" dirty="0"/>
              <a:t>The model performs better than previous processes in accuracy and consistency, reducing manual review workload</a:t>
            </a:r>
          </a:p>
          <a:p>
            <a:r>
              <a:rPr lang="en-US" sz="1800" dirty="0"/>
              <a:t>The model works reliably in real-world scenarios, protecting the business while minimizing customer disruption</a:t>
            </a:r>
          </a:p>
        </p:txBody>
      </p:sp>
    </p:spTree>
    <p:extLst>
      <p:ext uri="{BB962C8B-B14F-4D97-AF65-F5344CB8AC3E}">
        <p14:creationId xmlns:p14="http://schemas.microsoft.com/office/powerpoint/2010/main" val="3215524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" y="1216598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1" y="613955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0BFFEA-C534-0AA4-130C-F9E949BFC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9"/>
            <a:ext cx="10173011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Modeling Method Overview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2B75BA1E-5F45-B04D-67C5-43716902E3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5309529"/>
              </p:ext>
            </p:extLst>
          </p:nvPr>
        </p:nvGraphicFramePr>
        <p:xfrm>
          <a:off x="904603" y="3017519"/>
          <a:ext cx="10378440" cy="32099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3131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" y="1216598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1" y="613955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7333-BC07-5341-3AFF-197800AC5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9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Recommendation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CABA2-1F0D-EBFC-A5C6-16AC25AC9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30" y="3017521"/>
            <a:ext cx="9941319" cy="3124659"/>
          </a:xfrm>
        </p:spPr>
        <p:txBody>
          <a:bodyPr anchor="ctr">
            <a:normAutofit/>
          </a:bodyPr>
          <a:lstStyle/>
          <a:p>
            <a:r>
              <a:rPr lang="en-US" sz="2400" b="1" dirty="0"/>
              <a:t>Recommendation: </a:t>
            </a:r>
            <a:r>
              <a:rPr lang="en-US" sz="2400" dirty="0"/>
              <a:t>Deploy the model in the fraud detection workflow to immediately reduce manual reviews and financial losses.</a:t>
            </a:r>
          </a:p>
          <a:p>
            <a:r>
              <a:rPr lang="en-US" sz="2400" b="1" dirty="0"/>
              <a:t>Outstanding Issue: </a:t>
            </a:r>
            <a:r>
              <a:rPr lang="en-US" sz="2400" dirty="0"/>
              <a:t>Model Interpretability. Understanding why the model makes a prediction is still challenging and should be improved for transparency and trust</a:t>
            </a:r>
          </a:p>
          <a:p>
            <a:r>
              <a:rPr lang="en-US" sz="2400" dirty="0"/>
              <a:t>In the future, expanded feature selection tasks should be done to identify the most informative variables and potentially improve performance even further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138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26F84C-3016-C10D-293B-9F7E0DA43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7"/>
            <a:ext cx="7147352" cy="5876916"/>
            <a:chOff x="329184" y="-99107"/>
            <a:chExt cx="524256" cy="5876916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9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F7D094A-A0E8-E71A-AEF8-F292A396E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4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Addressing the End User</a:t>
            </a:r>
          </a:p>
        </p:txBody>
      </p:sp>
    </p:spTree>
    <p:extLst>
      <p:ext uri="{BB962C8B-B14F-4D97-AF65-F5344CB8AC3E}">
        <p14:creationId xmlns:p14="http://schemas.microsoft.com/office/powerpoint/2010/main" val="3652587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" y="1216598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1" y="613955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4762CD-5375-B23C-B34A-3D129353D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9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Why This Model Matters to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29CE1-7850-B3AB-0C2B-A63935266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30" y="3017521"/>
            <a:ext cx="9941319" cy="3124659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End Users: </a:t>
            </a:r>
            <a:r>
              <a:rPr lang="en-US" sz="2000" dirty="0"/>
              <a:t>Bank employees responsible for fraud review and customer transaction monitoring.</a:t>
            </a:r>
          </a:p>
          <a:p>
            <a:r>
              <a:rPr lang="en-US" sz="2000" dirty="0"/>
              <a:t>Too many false positives leads to constant review of transactions that turn out to be legitimate</a:t>
            </a:r>
          </a:p>
          <a:p>
            <a:r>
              <a:rPr lang="en-US" sz="2000" dirty="0"/>
              <a:t>From the end user’s perspective, the project goal was to build a model that reduces false positives and prioritizes the transactions that truly need your attention</a:t>
            </a:r>
          </a:p>
          <a:p>
            <a:r>
              <a:rPr lang="en-US" sz="2000" dirty="0"/>
              <a:t>Our model has less noise, more accuracy, and provides more time to focus on genuine fraud cases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059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7DC6E9-8DB7-2B1C-C712-799B88E8B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1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3700"/>
              <a:t>Model in Day-to-Day Work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1083485"/>
            <a:ext cx="355196" cy="673460"/>
            <a:chOff x="0" y="823811"/>
            <a:chExt cx="355196" cy="6734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5A672-527C-602A-0334-B7BFB127B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21" y="2330506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US" sz="1600" b="1" i="1" dirty="0"/>
              <a:t>Prior to the Model</a:t>
            </a:r>
          </a:p>
          <a:p>
            <a:pPr lvl="1"/>
            <a:r>
              <a:rPr lang="en-US" sz="1600" dirty="0"/>
              <a:t>Rule based system</a:t>
            </a:r>
          </a:p>
          <a:p>
            <a:pPr lvl="1"/>
            <a:r>
              <a:rPr lang="en-US" sz="1600" dirty="0"/>
              <a:t>Many alerts triggered by simple heuristics</a:t>
            </a:r>
          </a:p>
          <a:p>
            <a:pPr lvl="1"/>
            <a:r>
              <a:rPr lang="en-US" sz="1600" dirty="0"/>
              <a:t>Heavy manual review</a:t>
            </a:r>
          </a:p>
          <a:p>
            <a:pPr lvl="1"/>
            <a:r>
              <a:rPr lang="en-US" sz="1600" dirty="0"/>
              <a:t>Most flagged transactions turned out to be legitimate</a:t>
            </a:r>
          </a:p>
          <a:p>
            <a:r>
              <a:rPr lang="en-US" sz="1600" b="1" i="1" dirty="0"/>
              <a:t>After the Model</a:t>
            </a:r>
          </a:p>
          <a:p>
            <a:pPr lvl="1"/>
            <a:r>
              <a:rPr lang="en-US" sz="1600" dirty="0"/>
              <a:t>Only high-risk transactions are flagged</a:t>
            </a:r>
          </a:p>
          <a:p>
            <a:pPr lvl="1"/>
            <a:r>
              <a:rPr lang="en-US" sz="1600" dirty="0"/>
              <a:t>Far fewer alerts to sift through</a:t>
            </a:r>
          </a:p>
          <a:p>
            <a:pPr lvl="1"/>
            <a:r>
              <a:rPr lang="en-US" sz="1600" dirty="0"/>
              <a:t>Alerts are backed by a powerful predictive model</a:t>
            </a:r>
          </a:p>
          <a:p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More accurate alerts lead to faster decisions, less wasted time, and more focus on real fraud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69" y="0"/>
            <a:ext cx="1494331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4"/>
            <a:ext cx="6009367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omputer with a red x in the middle&#10;&#10;AI-generated content may be incorrect.">
            <a:extLst>
              <a:ext uri="{FF2B5EF4-FFF2-40B4-BE49-F238E27FC236}">
                <a16:creationId xmlns:a16="http://schemas.microsoft.com/office/drawing/2014/main" id="{08F34728-18FB-D0F8-1EA0-08179859BD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" b="3065"/>
          <a:stretch>
            <a:fillRect/>
          </a:stretch>
        </p:blipFill>
        <p:spPr>
          <a:xfrm>
            <a:off x="5977788" y="799352"/>
            <a:ext cx="5425411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754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D16BF-CD69-15EC-BFF1-90B947F2A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7"/>
            <a:ext cx="9356107" cy="1200329"/>
          </a:xfrm>
        </p:spPr>
        <p:txBody>
          <a:bodyPr anchor="ctr">
            <a:normAutofit/>
          </a:bodyPr>
          <a:lstStyle/>
          <a:p>
            <a:r>
              <a:rPr lang="en-US" sz="3800" dirty="0"/>
              <a:t>What the Model Catches – And What It Ignores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4201" y="554152"/>
            <a:ext cx="574177" cy="1075867"/>
            <a:chOff x="10994200" y="554152"/>
            <a:chExt cx="574177" cy="1075866"/>
          </a:xfrm>
        </p:grpSpPr>
        <p:sp>
          <p:nvSpPr>
            <p:cNvPr id="29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3" y="3610395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Content Placeholder 2">
            <a:extLst>
              <a:ext uri="{FF2B5EF4-FFF2-40B4-BE49-F238E27FC236}">
                <a16:creationId xmlns:a16="http://schemas.microsoft.com/office/drawing/2014/main" id="{857DAC60-74E2-37A2-7088-938157F5EF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7195931"/>
              </p:ext>
            </p:extLst>
          </p:nvPr>
        </p:nvGraphicFramePr>
        <p:xfrm>
          <a:off x="1188061" y="1825625"/>
          <a:ext cx="9996819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6483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3BA607-DFF2-48C1-8F8F-9D51B0425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9" y="386930"/>
            <a:ext cx="9236700" cy="1188951"/>
          </a:xfrm>
        </p:spPr>
        <p:txBody>
          <a:bodyPr anchor="b">
            <a:normAutofit/>
          </a:bodyPr>
          <a:lstStyle/>
          <a:p>
            <a:r>
              <a:rPr lang="en-US" sz="5400"/>
              <a:t>How You Interact With the Model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0C3DF-34C2-EF80-453A-F517C688D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/>
              <a:t>You use the model through an alert system that notifies you only when a transaction is considered high risk.</a:t>
            </a:r>
          </a:p>
          <a:p>
            <a:r>
              <a:rPr lang="en-US" sz="2400"/>
              <a:t>The model provides a clear fraud / not fraud label for each evaluated transaction.</a:t>
            </a:r>
          </a:p>
          <a:p>
            <a:r>
              <a:rPr lang="en-US" sz="2400"/>
              <a:t>The script would output a list of flagged transactions, including relevant details such as amount, time, and location.</a:t>
            </a:r>
          </a:p>
        </p:txBody>
      </p:sp>
    </p:spTree>
    <p:extLst>
      <p:ext uri="{BB962C8B-B14F-4D97-AF65-F5344CB8AC3E}">
        <p14:creationId xmlns:p14="http://schemas.microsoft.com/office/powerpoint/2010/main" val="163642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4FC602-A099-0545-518F-C823C967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7"/>
            <a:ext cx="9356107" cy="1200329"/>
          </a:xfrm>
        </p:spPr>
        <p:txBody>
          <a:bodyPr anchor="ctr">
            <a:normAutofit/>
          </a:bodyPr>
          <a:lstStyle/>
          <a:p>
            <a:r>
              <a:rPr lang="en-US" sz="5000" dirty="0"/>
              <a:t>Your Role in Improving the Model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4201" y="554152"/>
            <a:ext cx="574177" cy="1075867"/>
            <a:chOff x="10994200" y="554152"/>
            <a:chExt cx="574177" cy="1075866"/>
          </a:xfrm>
        </p:grpSpPr>
        <p:sp>
          <p:nvSpPr>
            <p:cNvPr id="29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3" y="3610395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99735944-5838-A283-3D0E-FF3501258A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2080262"/>
              </p:ext>
            </p:extLst>
          </p:nvPr>
        </p:nvGraphicFramePr>
        <p:xfrm>
          <a:off x="1188063" y="1825625"/>
          <a:ext cx="9356107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5479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EE0F30-34C2-F24F-A521-311F202F7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7"/>
            <a:ext cx="7147352" cy="5876916"/>
            <a:chOff x="329184" y="-99107"/>
            <a:chExt cx="524256" cy="5876916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9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1F9CB51-2AD5-7D1B-DAB7-4278734B2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4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Addressing Other Data Scientists</a:t>
            </a:r>
          </a:p>
        </p:txBody>
      </p:sp>
    </p:spTree>
    <p:extLst>
      <p:ext uri="{BB962C8B-B14F-4D97-AF65-F5344CB8AC3E}">
        <p14:creationId xmlns:p14="http://schemas.microsoft.com/office/powerpoint/2010/main" val="2880176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" y="1062850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1" y="656151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3C70C-75D1-6642-8DC4-8D4D1C89C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3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en-US" sz="3600"/>
              <a:t>Problem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6F5A9-458B-6FA4-FA42-A0ACC660D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6" y="2378137"/>
            <a:ext cx="5581223" cy="3677123"/>
          </a:xfrm>
        </p:spPr>
        <p:txBody>
          <a:bodyPr anchor="ctr">
            <a:noAutofit/>
          </a:bodyPr>
          <a:lstStyle/>
          <a:p>
            <a:r>
              <a:rPr lang="en-US" sz="1800" b="1" dirty="0"/>
              <a:t>Problem Type: </a:t>
            </a:r>
            <a:r>
              <a:rPr lang="en-US" sz="1800" dirty="0"/>
              <a:t>Binary classification of fraudulent transactions using tabular data (IEEE-CIS Fraud Detection Dataset).</a:t>
            </a:r>
          </a:p>
          <a:p>
            <a:r>
              <a:rPr lang="en-US" sz="1800" b="1" dirty="0"/>
              <a:t>Technical Challenges</a:t>
            </a:r>
          </a:p>
          <a:p>
            <a:pPr lvl="1"/>
            <a:r>
              <a:rPr lang="en-US" sz="1800" dirty="0"/>
              <a:t>Extreme class imbalance – very few fraud cases compared to legitimate transactions</a:t>
            </a:r>
          </a:p>
          <a:p>
            <a:pPr lvl="1"/>
            <a:r>
              <a:rPr lang="en-US" sz="1800" dirty="0"/>
              <a:t>Noisy features – some features contain irrelevant or inconsistent information</a:t>
            </a:r>
          </a:p>
          <a:p>
            <a:pPr lvl="1"/>
            <a:r>
              <a:rPr lang="en-US" sz="1800" dirty="0"/>
              <a:t>High dimensionality – 331 features, increasing risk of overfitting and complicating feature selection</a:t>
            </a:r>
          </a:p>
          <a:p>
            <a:r>
              <a:rPr lang="en-US" sz="1800" b="1" dirty="0"/>
              <a:t>Objective: </a:t>
            </a:r>
            <a:r>
              <a:rPr lang="en-US" sz="1800" dirty="0"/>
              <a:t>Develop a robust model that accurately identifies fraud while handling these challenges.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3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Graphic 23" descr="Laptop Secure">
            <a:extLst>
              <a:ext uri="{FF2B5EF4-FFF2-40B4-BE49-F238E27FC236}">
                <a16:creationId xmlns:a16="http://schemas.microsoft.com/office/drawing/2014/main" id="{9D6FE8A9-A94C-C99D-36A8-E0EFD3AA7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30494" y="1347517"/>
            <a:ext cx="4223252" cy="4223252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108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4CDAF0-A004-2E30-633E-35C09E7FE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319" y="272145"/>
            <a:ext cx="9356107" cy="1200329"/>
          </a:xfrm>
        </p:spPr>
        <p:txBody>
          <a:bodyPr anchor="ctr">
            <a:normAutofit/>
          </a:bodyPr>
          <a:lstStyle/>
          <a:p>
            <a:r>
              <a:rPr lang="en-US" dirty="0"/>
              <a:t>Previous Approaches in Fraud Detection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4201" y="554152"/>
            <a:ext cx="574177" cy="1075867"/>
            <a:chOff x="10994200" y="554152"/>
            <a:chExt cx="574177" cy="1075866"/>
          </a:xfrm>
        </p:grpSpPr>
        <p:sp>
          <p:nvSpPr>
            <p:cNvPr id="29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3" y="3610395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367847DF-A183-68FA-7971-E57C285FF5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4568106"/>
              </p:ext>
            </p:extLst>
          </p:nvPr>
        </p:nvGraphicFramePr>
        <p:xfrm>
          <a:off x="943890" y="1279820"/>
          <a:ext cx="10624473" cy="53180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4211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 descr="A close-up of several blue lines&#10;&#10;AI-generated content may be incorrect.">
            <a:extLst>
              <a:ext uri="{FF2B5EF4-FFF2-40B4-BE49-F238E27FC236}">
                <a16:creationId xmlns:a16="http://schemas.microsoft.com/office/drawing/2014/main" id="{EC8869D1-C0EE-875D-EB84-27D4DAA22A4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0967" b="4764"/>
          <a:stretch>
            <a:fillRect/>
          </a:stretch>
        </p:blipFill>
        <p:spPr>
          <a:xfrm>
            <a:off x="21" y="10"/>
            <a:ext cx="12191980" cy="6857991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11CED7-F604-F83B-3769-04F712DA6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Data Preprocessing Approach</a:t>
            </a:r>
          </a:p>
        </p:txBody>
      </p:sp>
      <p:graphicFrame>
        <p:nvGraphicFramePr>
          <p:cNvPr id="55" name="Content Placeholder 2">
            <a:extLst>
              <a:ext uri="{FF2B5EF4-FFF2-40B4-BE49-F238E27FC236}">
                <a16:creationId xmlns:a16="http://schemas.microsoft.com/office/drawing/2014/main" id="{81FA4706-7768-1DB6-7074-07756CCE4E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8939143"/>
              </p:ext>
            </p:extLst>
          </p:nvPr>
        </p:nvGraphicFramePr>
        <p:xfrm>
          <a:off x="838200" y="1825625"/>
          <a:ext cx="10515600" cy="46672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174837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63A7D1-052A-3415-ED65-858A630D7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 descr="A close-up of several blue lines&#10;&#10;AI-generated content may be incorrect.">
            <a:extLst>
              <a:ext uri="{FF2B5EF4-FFF2-40B4-BE49-F238E27FC236}">
                <a16:creationId xmlns:a16="http://schemas.microsoft.com/office/drawing/2014/main" id="{342D3D26-2503-6245-7154-F4CEC75DD7C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0967" b="4764"/>
          <a:stretch>
            <a:fillRect/>
          </a:stretch>
        </p:blipFill>
        <p:spPr>
          <a:xfrm>
            <a:off x="1" y="-1"/>
            <a:ext cx="12191980" cy="6857991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BA075708-327D-2E7C-15FD-EECAB7AD9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E06F05-E480-0B0C-001A-C7442D811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Data Preprocessing Approach (continued)</a:t>
            </a:r>
          </a:p>
        </p:txBody>
      </p:sp>
      <p:graphicFrame>
        <p:nvGraphicFramePr>
          <p:cNvPr id="55" name="Content Placeholder 2">
            <a:extLst>
              <a:ext uri="{FF2B5EF4-FFF2-40B4-BE49-F238E27FC236}">
                <a16:creationId xmlns:a16="http://schemas.microsoft.com/office/drawing/2014/main" id="{031EC994-E5C2-6469-9273-3B8E05C306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5302577"/>
              </p:ext>
            </p:extLst>
          </p:nvPr>
        </p:nvGraphicFramePr>
        <p:xfrm>
          <a:off x="838200" y="1391418"/>
          <a:ext cx="10515600" cy="5366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394512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0B7FE3-4DE2-1241-D79C-239075665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 descr="A close-up of several blue lines&#10;&#10;AI-generated content may be incorrect.">
            <a:extLst>
              <a:ext uri="{FF2B5EF4-FFF2-40B4-BE49-F238E27FC236}">
                <a16:creationId xmlns:a16="http://schemas.microsoft.com/office/drawing/2014/main" id="{77580258-3FD4-B652-12AC-678E71EBEFF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0967" b="4764"/>
          <a:stretch>
            <a:fillRect/>
          </a:stretch>
        </p:blipFill>
        <p:spPr>
          <a:xfrm>
            <a:off x="21" y="10"/>
            <a:ext cx="12191980" cy="6857991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EA2AB3EC-CD19-98DD-9AEC-7B837A869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45D727-2D10-7A64-4AA1-E6B538578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Data Preprocessing Approach (continued)</a:t>
            </a:r>
          </a:p>
        </p:txBody>
      </p:sp>
      <p:graphicFrame>
        <p:nvGraphicFramePr>
          <p:cNvPr id="55" name="Content Placeholder 2">
            <a:extLst>
              <a:ext uri="{FF2B5EF4-FFF2-40B4-BE49-F238E27FC236}">
                <a16:creationId xmlns:a16="http://schemas.microsoft.com/office/drawing/2014/main" id="{9A270E8C-1047-B1C7-C880-4417479DFB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7355201"/>
              </p:ext>
            </p:extLst>
          </p:nvPr>
        </p:nvGraphicFramePr>
        <p:xfrm>
          <a:off x="838200" y="1825625"/>
          <a:ext cx="10515600" cy="46672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710955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" y="1216598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1" y="613955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50C7A-36AB-BC0B-8958-3C07DF3E3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9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Model Choice and Key Dataset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14D06-9B68-D531-CEBC-BDE09AAED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30" y="2792072"/>
            <a:ext cx="9941319" cy="3781293"/>
          </a:xfrm>
        </p:spPr>
        <p:txBody>
          <a:bodyPr anchor="ctr">
            <a:normAutofit/>
          </a:bodyPr>
          <a:lstStyle/>
          <a:p>
            <a:r>
              <a:rPr lang="en-US" sz="1800" b="1" dirty="0"/>
              <a:t>Model Choice: </a:t>
            </a:r>
            <a:r>
              <a:rPr lang="en-US" sz="1800" dirty="0" err="1"/>
              <a:t>XGBoost</a:t>
            </a:r>
            <a:endParaRPr lang="en-US" sz="1800" dirty="0"/>
          </a:p>
          <a:p>
            <a:pPr lvl="1"/>
            <a:r>
              <a:rPr lang="en-US" sz="1800" dirty="0"/>
              <a:t>We chose </a:t>
            </a:r>
            <a:r>
              <a:rPr lang="en-US" sz="1800" dirty="0" err="1"/>
              <a:t>XGBoost</a:t>
            </a:r>
            <a:r>
              <a:rPr lang="en-US" sz="1800" dirty="0"/>
              <a:t> because it handles structured data efficiently and handles class imbalance effectively</a:t>
            </a:r>
          </a:p>
          <a:p>
            <a:r>
              <a:rPr lang="en-US" sz="1800" b="1" dirty="0"/>
              <a:t>Key Dataset Challenges</a:t>
            </a:r>
          </a:p>
          <a:p>
            <a:pPr lvl="1"/>
            <a:r>
              <a:rPr lang="en-US" sz="1800" i="1" dirty="0"/>
              <a:t>Extreme class imbalance</a:t>
            </a:r>
          </a:p>
          <a:p>
            <a:pPr lvl="2"/>
            <a:r>
              <a:rPr lang="en-US" sz="1800" dirty="0"/>
              <a:t>Fraud cases less than 3.5% of total transactions</a:t>
            </a:r>
          </a:p>
          <a:p>
            <a:pPr lvl="1"/>
            <a:r>
              <a:rPr lang="en-US" sz="1800" i="1" dirty="0"/>
              <a:t>High dimensionality</a:t>
            </a:r>
          </a:p>
          <a:p>
            <a:pPr lvl="2"/>
            <a:r>
              <a:rPr lang="en-US" sz="1800" dirty="0"/>
              <a:t>Hundreds of features</a:t>
            </a:r>
          </a:p>
          <a:p>
            <a:pPr lvl="1"/>
            <a:r>
              <a:rPr lang="en-US" sz="1800" i="1" dirty="0"/>
              <a:t>Noisy/Randomized variables</a:t>
            </a:r>
          </a:p>
          <a:p>
            <a:pPr lvl="2"/>
            <a:r>
              <a:rPr lang="en-US" sz="1800" dirty="0"/>
              <a:t>Many features with unclear semantics</a:t>
            </a:r>
          </a:p>
          <a:p>
            <a:pPr lvl="1"/>
            <a:endParaRPr lang="en-US" sz="170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50718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" y="1062850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1" y="656151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A9B1DD-E64A-2892-EB19-FDC4931AD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3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en-US" sz="3600"/>
              <a:t>Results and Findings</a:t>
            </a:r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5802CE89-9A67-BA25-AB6D-4712EBDD4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390" y="2048829"/>
            <a:ext cx="6044911" cy="4312559"/>
          </a:xfrm>
        </p:spPr>
        <p:txBody>
          <a:bodyPr anchor="ctr">
            <a:noAutofit/>
          </a:bodyPr>
          <a:lstStyle/>
          <a:p>
            <a:r>
              <a:rPr lang="en-US" sz="1600" b="1" dirty="0"/>
              <a:t>Model Performance</a:t>
            </a:r>
          </a:p>
          <a:p>
            <a:pPr lvl="1"/>
            <a:r>
              <a:rPr lang="en-US" sz="1600" u="sng" dirty="0"/>
              <a:t>Recall: </a:t>
            </a:r>
            <a:r>
              <a:rPr lang="en-US" sz="1600" dirty="0"/>
              <a:t>0.9997</a:t>
            </a:r>
          </a:p>
          <a:p>
            <a:pPr lvl="1"/>
            <a:r>
              <a:rPr lang="en-US" sz="1600" u="sng" dirty="0"/>
              <a:t>Precision: </a:t>
            </a:r>
            <a:r>
              <a:rPr lang="en-US" sz="1600" dirty="0"/>
              <a:t>1.0000</a:t>
            </a:r>
          </a:p>
          <a:p>
            <a:pPr lvl="1"/>
            <a:r>
              <a:rPr lang="en-US" sz="1600" u="sng" dirty="0"/>
              <a:t>AUC: </a:t>
            </a:r>
            <a:r>
              <a:rPr lang="en-US" sz="1600" dirty="0"/>
              <a:t>1.0000</a:t>
            </a:r>
          </a:p>
          <a:p>
            <a:pPr lvl="1"/>
            <a:r>
              <a:rPr lang="en-US" sz="1600" u="sng" dirty="0"/>
              <a:t>Interpretation: </a:t>
            </a:r>
            <a:r>
              <a:rPr lang="en-US" sz="1600" dirty="0"/>
              <a:t>The model produced zero false positives and caught 99.97% of all fraud cases</a:t>
            </a:r>
          </a:p>
          <a:p>
            <a:r>
              <a:rPr lang="en-US" sz="1600" b="1" dirty="0"/>
              <a:t>Feature Insights</a:t>
            </a:r>
          </a:p>
          <a:p>
            <a:pPr lvl="1"/>
            <a:r>
              <a:rPr lang="en-US" sz="1600" dirty="0"/>
              <a:t>The most influential features from the </a:t>
            </a:r>
            <a:r>
              <a:rPr lang="en-US" sz="1600" dirty="0" err="1"/>
              <a:t>XGBoost</a:t>
            </a:r>
            <a:r>
              <a:rPr lang="en-US" sz="1600" dirty="0"/>
              <a:t> importance matrix were dist1, </a:t>
            </a:r>
            <a:r>
              <a:rPr lang="en-US" sz="1600" dirty="0" err="1"/>
              <a:t>R_emaildomain</a:t>
            </a:r>
            <a:r>
              <a:rPr lang="en-US" sz="1600" dirty="0"/>
              <a:t>, and dist2_missing</a:t>
            </a:r>
          </a:p>
          <a:p>
            <a:r>
              <a:rPr lang="en-US" sz="1600" b="1" dirty="0"/>
              <a:t>Technical Observations</a:t>
            </a:r>
          </a:p>
          <a:p>
            <a:pPr lvl="1"/>
            <a:r>
              <a:rPr lang="en-US" sz="1600" dirty="0"/>
              <a:t>Model performance far exceeded the original target (Recall &gt; 85%, Precision &gt; 90%).</a:t>
            </a:r>
          </a:p>
          <a:p>
            <a:pPr lvl="1"/>
            <a:r>
              <a:rPr lang="en-US" sz="1600" dirty="0"/>
              <a:t>Feature selection and preprocessing pipeline likely contributed to the perfect AUC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3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neon circle with numbers and symbols&#10;&#10;AI-generated content may be incorrect.">
            <a:extLst>
              <a:ext uri="{FF2B5EF4-FFF2-40B4-BE49-F238E27FC236}">
                <a16:creationId xmlns:a16="http://schemas.microsoft.com/office/drawing/2014/main" id="{1DC8F097-67ED-BA62-48B4-EE66C1BD2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" b="3065"/>
          <a:stretch>
            <a:fillRect/>
          </a:stretch>
        </p:blipFill>
        <p:spPr>
          <a:xfrm>
            <a:off x="6930494" y="1412157"/>
            <a:ext cx="4223252" cy="4093972"/>
          </a:xfrm>
          <a:prstGeom prst="rect">
            <a:avLst/>
          </a:prstGeom>
        </p:spPr>
      </p:pic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59677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4204E757-BB1C-68EF-F5CA-657FFEA69C4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1931" b="3800"/>
          <a:stretch>
            <a:fillRect/>
          </a:stretch>
        </p:blipFill>
        <p:spPr>
          <a:xfrm>
            <a:off x="21" y="10"/>
            <a:ext cx="12191980" cy="6857991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76C25F-17A7-7CFA-F1F0-1BD7E53B8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Future Work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C5D48A88-4B1F-4BDD-8AB7-9A5A275ABC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9821093"/>
              </p:ext>
            </p:extLst>
          </p:nvPr>
        </p:nvGraphicFramePr>
        <p:xfrm>
          <a:off x="838200" y="1825625"/>
          <a:ext cx="10515600" cy="43513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916344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37377-D87B-E0F6-D33A-E0C8A0A35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7"/>
            <a:ext cx="9356107" cy="1200329"/>
          </a:xfrm>
        </p:spPr>
        <p:txBody>
          <a:bodyPr anchor="t">
            <a:normAutofit/>
          </a:bodyPr>
          <a:lstStyle/>
          <a:p>
            <a:r>
              <a:rPr lang="en-US" sz="8000"/>
              <a:t>Conclusion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4201" y="554152"/>
            <a:ext cx="574177" cy="1075867"/>
            <a:chOff x="10994200" y="554152"/>
            <a:chExt cx="574177" cy="1075866"/>
          </a:xfrm>
        </p:grpSpPr>
        <p:sp>
          <p:nvSpPr>
            <p:cNvPr id="66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3" y="3610395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2858E494-B2C4-E1BD-1EA2-47596DFA34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9409294"/>
              </p:ext>
            </p:extLst>
          </p:nvPr>
        </p:nvGraphicFramePr>
        <p:xfrm>
          <a:off x="1188063" y="1825625"/>
          <a:ext cx="9356107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6301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675</TotalTime>
  <Words>1526</Words>
  <Application>Microsoft Macintosh PowerPoint</Application>
  <PresentationFormat>Widescreen</PresentationFormat>
  <Paragraphs>184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Credit Card Fraud Detection</vt:lpstr>
      <vt:lpstr>Addressing the Project Sponsor</vt:lpstr>
      <vt:lpstr>Motivation and Business Need</vt:lpstr>
      <vt:lpstr>Project Goal</vt:lpstr>
      <vt:lpstr>Key Results</vt:lpstr>
      <vt:lpstr>Project Workflow Overview</vt:lpstr>
      <vt:lpstr>Business Impact</vt:lpstr>
      <vt:lpstr>Model Effectiveness</vt:lpstr>
      <vt:lpstr>Modeling Method Overview</vt:lpstr>
      <vt:lpstr>Recommendation and Future Work</vt:lpstr>
      <vt:lpstr>Addressing the End User</vt:lpstr>
      <vt:lpstr>Why This Model Matters to You</vt:lpstr>
      <vt:lpstr>Model in Day-to-Day Work</vt:lpstr>
      <vt:lpstr>What the Model Catches – And What It Ignores</vt:lpstr>
      <vt:lpstr>How You Interact With the Model</vt:lpstr>
      <vt:lpstr>Your Role in Improving the Model</vt:lpstr>
      <vt:lpstr>Addressing Other Data Scientists</vt:lpstr>
      <vt:lpstr>Problem Overview</vt:lpstr>
      <vt:lpstr>Previous Approaches in Fraud Detection</vt:lpstr>
      <vt:lpstr>Data Preprocessing Approach</vt:lpstr>
      <vt:lpstr>Data Preprocessing Approach (continued)</vt:lpstr>
      <vt:lpstr>Data Preprocessing Approach (continued)</vt:lpstr>
      <vt:lpstr>Model Choice and Key Dataset Challenges</vt:lpstr>
      <vt:lpstr>Results and Findings</vt:lpstr>
      <vt:lpstr>Future Work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</dc:title>
  <dc:creator>Matthew Drummond</dc:creator>
  <cp:lastModifiedBy>Caterina Di Felice</cp:lastModifiedBy>
  <cp:revision>10</cp:revision>
  <dcterms:created xsi:type="dcterms:W3CDTF">2025-11-29T05:07:28Z</dcterms:created>
  <dcterms:modified xsi:type="dcterms:W3CDTF">2025-12-05T10:45:13Z</dcterms:modified>
</cp:coreProperties>
</file>